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1" d="100"/>
          <a:sy n="71" d="100"/>
        </p:scale>
        <p:origin x="1032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" y="886403"/>
            <a:ext cx="8286974" cy="1470025"/>
          </a:xfrm>
        </p:spPr>
        <p:txBody>
          <a:bodyPr/>
          <a:lstStyle/>
          <a:p>
            <a:r>
              <a:rPr dirty="0"/>
              <a:t>Semiconductors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453EA92-77A0-EC69-410D-F72C29F78B1B}"/>
              </a:ext>
            </a:extLst>
          </p:cNvPr>
          <p:cNvSpPr txBox="1">
            <a:spLocks/>
          </p:cNvSpPr>
          <p:nvPr/>
        </p:nvSpPr>
        <p:spPr>
          <a:xfrm>
            <a:off x="1096059" y="3429000"/>
            <a:ext cx="5412317" cy="32136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chemeClr val="tx1"/>
                </a:solidFill>
              </a:rPr>
              <a:t>Presented By</a:t>
            </a:r>
          </a:p>
          <a:p>
            <a:r>
              <a:rPr lang="en-IN" b="1" dirty="0">
                <a:solidFill>
                  <a:schemeClr val="tx1"/>
                </a:solidFill>
              </a:rPr>
              <a:t>D.SREE CHAITHANYA N.KALPANA</a:t>
            </a:r>
          </a:p>
          <a:p>
            <a:r>
              <a:rPr lang="en-IN" b="1" dirty="0">
                <a:solidFill>
                  <a:schemeClr val="tx1"/>
                </a:solidFill>
              </a:rPr>
              <a:t>M.KALYANI</a:t>
            </a:r>
          </a:p>
          <a:p>
            <a:r>
              <a:rPr lang="en-IN" sz="2200" b="1" dirty="0">
                <a:solidFill>
                  <a:schemeClr val="tx1"/>
                </a:solidFill>
              </a:rPr>
              <a:t>LT.G.CHINNA VENKATAMMA, lecturer in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Semiconductor: Material with conductivity between conductor and insulator</a:t>
            </a:r>
          </a:p>
          <a:p>
            <a:r>
              <a:t>• Conductors: Copper (high conductivity)</a:t>
            </a:r>
          </a:p>
          <a:p>
            <a:r>
              <a:t>• Insulators: Rubber (no conductivity)</a:t>
            </a:r>
          </a:p>
          <a:p>
            <a:r>
              <a:t>• Semiconductors: Controlled partial conductivity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 of Semiconductors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Crystal lattice structure</a:t>
            </a:r>
          </a:p>
          <a:p>
            <a:r>
              <a:rPr dirty="0"/>
              <a:t>• Atoms arranged in regular pattern</a:t>
            </a:r>
          </a:p>
          <a:p>
            <a:r>
              <a:rPr dirty="0"/>
              <a:t>• Example: Silicon with 4 valence electrons forming covalent bonds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Semiconductors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Intrinsic: Pure semiconductor (Silicon, Germanium)</a:t>
            </a:r>
          </a:p>
          <a:p>
            <a:r>
              <a:t>• Extrinsic: Doped semiconductor</a:t>
            </a:r>
          </a:p>
          <a:p>
            <a:r>
              <a:t>   - N-type: Doped with pentavalent atoms (Phosphorus, Arsenic)</a:t>
            </a:r>
          </a:p>
          <a:p>
            <a:r>
              <a:t>   - P-type: Doped with trivalent atoms (Boron, Aluminium)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and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Silicon: Diamond cubic crystal, used in chips</a:t>
            </a:r>
          </a:p>
          <a:p>
            <a:r>
              <a:t>• Germanium: Crystal lattice, used in diodes</a:t>
            </a:r>
          </a:p>
          <a:p>
            <a:r>
              <a:t>• Gallium Arsenide: Compound crystal, used in LEDs</a:t>
            </a:r>
          </a:p>
          <a:p>
            <a:r>
              <a:t>• Cadmium Sulfide: Crystalline, used in sensors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Transistors</a:t>
            </a:r>
          </a:p>
          <a:p>
            <a:r>
              <a:t>• Diodes</a:t>
            </a:r>
          </a:p>
          <a:p>
            <a:r>
              <a:t>• Integrated Circuits (ICs)</a:t>
            </a:r>
          </a:p>
          <a:p>
            <a:r>
              <a:t>• Solar cells</a:t>
            </a:r>
          </a:p>
          <a:p>
            <a:r>
              <a:t>• LEDs</a:t>
            </a:r>
          </a:p>
          <a:p>
            <a:r>
              <a:t>• Mobile phones</a:t>
            </a:r>
          </a:p>
          <a:p>
            <a:r>
              <a:t>• Computers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Semiconductors: Controlled conductivity materials</a:t>
            </a:r>
          </a:p>
          <a:p>
            <a:r>
              <a:t>• Essential for modern electronics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198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Semiconductors</vt:lpstr>
      <vt:lpstr>Definition</vt:lpstr>
      <vt:lpstr>Structure of Semiconductors</vt:lpstr>
      <vt:lpstr>Types of Semiconductors</vt:lpstr>
      <vt:lpstr>Examples and Structures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MOUNICK KUMAR</dc:creator>
  <cp:keywords/>
  <dc:description>generated using python-pptx</dc:description>
  <cp:lastModifiedBy>MOUNICK KUMAR</cp:lastModifiedBy>
  <cp:revision>3</cp:revision>
  <dcterms:created xsi:type="dcterms:W3CDTF">2013-01-27T09:14:16Z</dcterms:created>
  <dcterms:modified xsi:type="dcterms:W3CDTF">2026-04-21T16:25:55Z</dcterms:modified>
  <cp:category/>
</cp:coreProperties>
</file>