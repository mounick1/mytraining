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41" autoAdjust="0"/>
  </p:normalViewPr>
  <p:slideViewPr>
    <p:cSldViewPr snapToGrid="0" snapToObjects="1">
      <p:cViewPr varScale="1">
        <p:scale>
          <a:sx n="59" d="100"/>
          <a:sy n="59" d="100"/>
        </p:scale>
        <p:origin x="68" y="2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4BA9BD-BD17-4A23-B2A8-9A279156C6A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1A7914AC-75CB-4B06-8415-6046FCDF0CE5}">
      <dgm:prSet/>
      <dgm:spPr/>
      <dgm:t>
        <a:bodyPr/>
        <a:lstStyle/>
        <a:p>
          <a:r>
            <a:rPr lang="en-US" dirty="0"/>
            <a:t>Semiconductor: Material with conductivity between conductor and insulator</a:t>
          </a:r>
        </a:p>
      </dgm:t>
    </dgm:pt>
    <dgm:pt modelId="{FEF6FB81-6724-4371-B9A7-5AD7B9A6998D}" type="parTrans" cxnId="{69895DE9-5CBF-4B28-AE47-112BC7B2EBBD}">
      <dgm:prSet/>
      <dgm:spPr/>
      <dgm:t>
        <a:bodyPr/>
        <a:lstStyle/>
        <a:p>
          <a:endParaRPr lang="en-US"/>
        </a:p>
      </dgm:t>
    </dgm:pt>
    <dgm:pt modelId="{AE7B8C09-A7AA-411C-BE30-70CB902793D8}" type="sibTrans" cxnId="{69895DE9-5CBF-4B28-AE47-112BC7B2EBBD}">
      <dgm:prSet/>
      <dgm:spPr/>
      <dgm:t>
        <a:bodyPr/>
        <a:lstStyle/>
        <a:p>
          <a:endParaRPr lang="en-US"/>
        </a:p>
      </dgm:t>
    </dgm:pt>
    <dgm:pt modelId="{401AF782-F515-456E-903D-4448AA9450B5}">
      <dgm:prSet/>
      <dgm:spPr/>
      <dgm:t>
        <a:bodyPr/>
        <a:lstStyle/>
        <a:p>
          <a:r>
            <a:rPr lang="en-US" dirty="0"/>
            <a:t>Conductors: Copper (high conductivity)</a:t>
          </a:r>
        </a:p>
      </dgm:t>
    </dgm:pt>
    <dgm:pt modelId="{7F951E7C-5192-4D56-AC11-DAD76AC0AEE5}" type="parTrans" cxnId="{DF7B5DC4-878F-4021-8C90-8231D82BCA31}">
      <dgm:prSet/>
      <dgm:spPr/>
      <dgm:t>
        <a:bodyPr/>
        <a:lstStyle/>
        <a:p>
          <a:endParaRPr lang="en-US"/>
        </a:p>
      </dgm:t>
    </dgm:pt>
    <dgm:pt modelId="{AD2C27F5-109D-4600-8F63-4B5CB34E5843}" type="sibTrans" cxnId="{DF7B5DC4-878F-4021-8C90-8231D82BCA31}">
      <dgm:prSet/>
      <dgm:spPr/>
      <dgm:t>
        <a:bodyPr/>
        <a:lstStyle/>
        <a:p>
          <a:endParaRPr lang="en-US"/>
        </a:p>
      </dgm:t>
    </dgm:pt>
    <dgm:pt modelId="{1332C5B4-F30B-4A33-8EA1-3D29D4E105E8}">
      <dgm:prSet/>
      <dgm:spPr/>
      <dgm:t>
        <a:bodyPr/>
        <a:lstStyle/>
        <a:p>
          <a:r>
            <a:rPr lang="en-US" dirty="0"/>
            <a:t>Insulators: Rubber (no conductivity)</a:t>
          </a:r>
        </a:p>
      </dgm:t>
    </dgm:pt>
    <dgm:pt modelId="{987EBF2D-A8F5-498F-84F3-7DC0E787A79B}" type="parTrans" cxnId="{56ACD955-30A4-40A5-A131-89C849E1F81B}">
      <dgm:prSet/>
      <dgm:spPr/>
      <dgm:t>
        <a:bodyPr/>
        <a:lstStyle/>
        <a:p>
          <a:endParaRPr lang="en-US"/>
        </a:p>
      </dgm:t>
    </dgm:pt>
    <dgm:pt modelId="{100C3E5D-8D85-41AB-BB2B-B5FD4CE77F7C}" type="sibTrans" cxnId="{56ACD955-30A4-40A5-A131-89C849E1F81B}">
      <dgm:prSet/>
      <dgm:spPr/>
      <dgm:t>
        <a:bodyPr/>
        <a:lstStyle/>
        <a:p>
          <a:endParaRPr lang="en-US"/>
        </a:p>
      </dgm:t>
    </dgm:pt>
    <dgm:pt modelId="{11CECE94-044A-4883-A9F8-8BEBC767F884}">
      <dgm:prSet/>
      <dgm:spPr/>
      <dgm:t>
        <a:bodyPr/>
        <a:lstStyle/>
        <a:p>
          <a:r>
            <a:rPr lang="en-US" dirty="0"/>
            <a:t>Semiconductors: Controlled partial conductivity</a:t>
          </a:r>
        </a:p>
      </dgm:t>
    </dgm:pt>
    <dgm:pt modelId="{EA3BA544-5151-4E4F-9D08-E4C6DED34068}" type="parTrans" cxnId="{B1ED5AC7-5294-49EA-9861-0AD1645D929B}">
      <dgm:prSet/>
      <dgm:spPr/>
      <dgm:t>
        <a:bodyPr/>
        <a:lstStyle/>
        <a:p>
          <a:endParaRPr lang="en-US"/>
        </a:p>
      </dgm:t>
    </dgm:pt>
    <dgm:pt modelId="{4E60783F-F9EC-4FE2-B36E-48F8F2D9ED21}" type="sibTrans" cxnId="{B1ED5AC7-5294-49EA-9861-0AD1645D929B}">
      <dgm:prSet/>
      <dgm:spPr/>
      <dgm:t>
        <a:bodyPr/>
        <a:lstStyle/>
        <a:p>
          <a:endParaRPr lang="en-US"/>
        </a:p>
      </dgm:t>
    </dgm:pt>
    <dgm:pt modelId="{9023CF1D-9940-4466-9BEB-E79885231219}" type="pres">
      <dgm:prSet presAssocID="{134BA9BD-BD17-4A23-B2A8-9A279156C6A4}" presName="root" presStyleCnt="0">
        <dgm:presLayoutVars>
          <dgm:dir/>
          <dgm:resizeHandles val="exact"/>
        </dgm:presLayoutVars>
      </dgm:prSet>
      <dgm:spPr/>
    </dgm:pt>
    <dgm:pt modelId="{2A7613C0-D200-4057-9EDA-1784FFF56B95}" type="pres">
      <dgm:prSet presAssocID="{1A7914AC-75CB-4B06-8415-6046FCDF0CE5}" presName="compNode" presStyleCnt="0"/>
      <dgm:spPr/>
    </dgm:pt>
    <dgm:pt modelId="{DA002153-1D70-4FBD-B0EA-9E7ADC559BF7}" type="pres">
      <dgm:prSet presAssocID="{1A7914AC-75CB-4B06-8415-6046FCDF0CE5}" presName="bgRect" presStyleLbl="bgShp" presStyleIdx="0" presStyleCnt="4"/>
      <dgm:spPr/>
    </dgm:pt>
    <dgm:pt modelId="{992A8370-8D71-471B-A1D6-E70032BEF007}" type="pres">
      <dgm:prSet presAssocID="{1A7914AC-75CB-4B06-8415-6046FCDF0CE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ductor"/>
        </a:ext>
      </dgm:extLst>
    </dgm:pt>
    <dgm:pt modelId="{DDE19E76-A399-4505-B8C6-9E12E80AC9DE}" type="pres">
      <dgm:prSet presAssocID="{1A7914AC-75CB-4B06-8415-6046FCDF0CE5}" presName="spaceRect" presStyleCnt="0"/>
      <dgm:spPr/>
    </dgm:pt>
    <dgm:pt modelId="{F7B4B39E-3111-4D68-AE89-C18FA654F16C}" type="pres">
      <dgm:prSet presAssocID="{1A7914AC-75CB-4B06-8415-6046FCDF0CE5}" presName="parTx" presStyleLbl="revTx" presStyleIdx="0" presStyleCnt="4">
        <dgm:presLayoutVars>
          <dgm:chMax val="0"/>
          <dgm:chPref val="0"/>
        </dgm:presLayoutVars>
      </dgm:prSet>
      <dgm:spPr/>
    </dgm:pt>
    <dgm:pt modelId="{29D33376-F95C-4204-8901-78C7FAF9A19E}" type="pres">
      <dgm:prSet presAssocID="{AE7B8C09-A7AA-411C-BE30-70CB902793D8}" presName="sibTrans" presStyleCnt="0"/>
      <dgm:spPr/>
    </dgm:pt>
    <dgm:pt modelId="{D251ED94-3629-4243-A80D-659ADA35AE29}" type="pres">
      <dgm:prSet presAssocID="{401AF782-F515-456E-903D-4448AA9450B5}" presName="compNode" presStyleCnt="0"/>
      <dgm:spPr/>
    </dgm:pt>
    <dgm:pt modelId="{790325EE-808D-4662-BD0C-DCDE4B4D5548}" type="pres">
      <dgm:prSet presAssocID="{401AF782-F515-456E-903D-4448AA9450B5}" presName="bgRect" presStyleLbl="bgShp" presStyleIdx="1" presStyleCnt="4"/>
      <dgm:spPr/>
    </dgm:pt>
    <dgm:pt modelId="{8FB45FEB-CDF0-4BBD-A70E-2849395645B5}" type="pres">
      <dgm:prSet presAssocID="{401AF782-F515-456E-903D-4448AA9450B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ian"/>
        </a:ext>
      </dgm:extLst>
    </dgm:pt>
    <dgm:pt modelId="{11F50A76-C574-48A3-BC09-85BCC3EDCB3F}" type="pres">
      <dgm:prSet presAssocID="{401AF782-F515-456E-903D-4448AA9450B5}" presName="spaceRect" presStyleCnt="0"/>
      <dgm:spPr/>
    </dgm:pt>
    <dgm:pt modelId="{71CD7718-1C4D-44C7-89BD-0AF3C2FCDC1F}" type="pres">
      <dgm:prSet presAssocID="{401AF782-F515-456E-903D-4448AA9450B5}" presName="parTx" presStyleLbl="revTx" presStyleIdx="1" presStyleCnt="4">
        <dgm:presLayoutVars>
          <dgm:chMax val="0"/>
          <dgm:chPref val="0"/>
        </dgm:presLayoutVars>
      </dgm:prSet>
      <dgm:spPr/>
    </dgm:pt>
    <dgm:pt modelId="{A2262A65-DB2C-494B-A7B3-7BFF48ACB574}" type="pres">
      <dgm:prSet presAssocID="{AD2C27F5-109D-4600-8F63-4B5CB34E5843}" presName="sibTrans" presStyleCnt="0"/>
      <dgm:spPr/>
    </dgm:pt>
    <dgm:pt modelId="{F4B48666-25B0-4BE9-8360-8754710B7690}" type="pres">
      <dgm:prSet presAssocID="{1332C5B4-F30B-4A33-8EA1-3D29D4E105E8}" presName="compNode" presStyleCnt="0"/>
      <dgm:spPr/>
    </dgm:pt>
    <dgm:pt modelId="{2C42A704-F51C-4AA7-A3A0-CECCC668EE7C}" type="pres">
      <dgm:prSet presAssocID="{1332C5B4-F30B-4A33-8EA1-3D29D4E105E8}" presName="bgRect" presStyleLbl="bgShp" presStyleIdx="2" presStyleCnt="4"/>
      <dgm:spPr/>
    </dgm:pt>
    <dgm:pt modelId="{62EE2413-14D8-4F94-B29D-3D38F96AE1C8}" type="pres">
      <dgm:prSet presAssocID="{1332C5B4-F30B-4A33-8EA1-3D29D4E105E8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lloon Animal"/>
        </a:ext>
      </dgm:extLst>
    </dgm:pt>
    <dgm:pt modelId="{D8CD1ADD-540E-49F1-AD18-F60482F68BE0}" type="pres">
      <dgm:prSet presAssocID="{1332C5B4-F30B-4A33-8EA1-3D29D4E105E8}" presName="spaceRect" presStyleCnt="0"/>
      <dgm:spPr/>
    </dgm:pt>
    <dgm:pt modelId="{EF412EC7-C601-4956-849A-7296C33DA5D1}" type="pres">
      <dgm:prSet presAssocID="{1332C5B4-F30B-4A33-8EA1-3D29D4E105E8}" presName="parTx" presStyleLbl="revTx" presStyleIdx="2" presStyleCnt="4">
        <dgm:presLayoutVars>
          <dgm:chMax val="0"/>
          <dgm:chPref val="0"/>
        </dgm:presLayoutVars>
      </dgm:prSet>
      <dgm:spPr/>
    </dgm:pt>
    <dgm:pt modelId="{C0120BE4-E6DE-434D-822A-2FADDE1BEF68}" type="pres">
      <dgm:prSet presAssocID="{100C3E5D-8D85-41AB-BB2B-B5FD4CE77F7C}" presName="sibTrans" presStyleCnt="0"/>
      <dgm:spPr/>
    </dgm:pt>
    <dgm:pt modelId="{73CF69BF-CAA8-4214-8005-8A314B8080E0}" type="pres">
      <dgm:prSet presAssocID="{11CECE94-044A-4883-A9F8-8BEBC767F884}" presName="compNode" presStyleCnt="0"/>
      <dgm:spPr/>
    </dgm:pt>
    <dgm:pt modelId="{70EA309A-06EC-4040-A06B-DE3F00E92040}" type="pres">
      <dgm:prSet presAssocID="{11CECE94-044A-4883-A9F8-8BEBC767F884}" presName="bgRect" presStyleLbl="bgShp" presStyleIdx="3" presStyleCnt="4"/>
      <dgm:spPr/>
    </dgm:pt>
    <dgm:pt modelId="{49E13B9B-5B4F-4D75-A702-A191AE3D1970}" type="pres">
      <dgm:prSet presAssocID="{11CECE94-044A-4883-A9F8-8BEBC767F88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C047D738-456F-4182-B135-D8CDFF72A932}" type="pres">
      <dgm:prSet presAssocID="{11CECE94-044A-4883-A9F8-8BEBC767F884}" presName="spaceRect" presStyleCnt="0"/>
      <dgm:spPr/>
    </dgm:pt>
    <dgm:pt modelId="{BF3AF43C-5D22-41C8-AFA2-75728C4A1E02}" type="pres">
      <dgm:prSet presAssocID="{11CECE94-044A-4883-A9F8-8BEBC767F88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7FB951F-C8D4-4AB4-80C7-285BCEF282BE}" type="presOf" srcId="{1A7914AC-75CB-4B06-8415-6046FCDF0CE5}" destId="{F7B4B39E-3111-4D68-AE89-C18FA654F16C}" srcOrd="0" destOrd="0" presId="urn:microsoft.com/office/officeart/2018/2/layout/IconVerticalSolidList"/>
    <dgm:cxn modelId="{DFBD3D72-6E99-4762-8F7A-AFB2708C613A}" type="presOf" srcId="{11CECE94-044A-4883-A9F8-8BEBC767F884}" destId="{BF3AF43C-5D22-41C8-AFA2-75728C4A1E02}" srcOrd="0" destOrd="0" presId="urn:microsoft.com/office/officeart/2018/2/layout/IconVerticalSolidList"/>
    <dgm:cxn modelId="{56ACD955-30A4-40A5-A131-89C849E1F81B}" srcId="{134BA9BD-BD17-4A23-B2A8-9A279156C6A4}" destId="{1332C5B4-F30B-4A33-8EA1-3D29D4E105E8}" srcOrd="2" destOrd="0" parTransId="{987EBF2D-A8F5-498F-84F3-7DC0E787A79B}" sibTransId="{100C3E5D-8D85-41AB-BB2B-B5FD4CE77F7C}"/>
    <dgm:cxn modelId="{21AF3883-BD48-49A8-8A3B-FBB6E24AE4C3}" type="presOf" srcId="{134BA9BD-BD17-4A23-B2A8-9A279156C6A4}" destId="{9023CF1D-9940-4466-9BEB-E79885231219}" srcOrd="0" destOrd="0" presId="urn:microsoft.com/office/officeart/2018/2/layout/IconVerticalSolidList"/>
    <dgm:cxn modelId="{4FE08C96-653F-4562-A660-B1171F3F7B2B}" type="presOf" srcId="{401AF782-F515-456E-903D-4448AA9450B5}" destId="{71CD7718-1C4D-44C7-89BD-0AF3C2FCDC1F}" srcOrd="0" destOrd="0" presId="urn:microsoft.com/office/officeart/2018/2/layout/IconVerticalSolidList"/>
    <dgm:cxn modelId="{DF7B5DC4-878F-4021-8C90-8231D82BCA31}" srcId="{134BA9BD-BD17-4A23-B2A8-9A279156C6A4}" destId="{401AF782-F515-456E-903D-4448AA9450B5}" srcOrd="1" destOrd="0" parTransId="{7F951E7C-5192-4D56-AC11-DAD76AC0AEE5}" sibTransId="{AD2C27F5-109D-4600-8F63-4B5CB34E5843}"/>
    <dgm:cxn modelId="{F91B11C6-105F-4D55-B55B-B609DFAB6E6E}" type="presOf" srcId="{1332C5B4-F30B-4A33-8EA1-3D29D4E105E8}" destId="{EF412EC7-C601-4956-849A-7296C33DA5D1}" srcOrd="0" destOrd="0" presId="urn:microsoft.com/office/officeart/2018/2/layout/IconVerticalSolidList"/>
    <dgm:cxn modelId="{B1ED5AC7-5294-49EA-9861-0AD1645D929B}" srcId="{134BA9BD-BD17-4A23-B2A8-9A279156C6A4}" destId="{11CECE94-044A-4883-A9F8-8BEBC767F884}" srcOrd="3" destOrd="0" parTransId="{EA3BA544-5151-4E4F-9D08-E4C6DED34068}" sibTransId="{4E60783F-F9EC-4FE2-B36E-48F8F2D9ED21}"/>
    <dgm:cxn modelId="{69895DE9-5CBF-4B28-AE47-112BC7B2EBBD}" srcId="{134BA9BD-BD17-4A23-B2A8-9A279156C6A4}" destId="{1A7914AC-75CB-4B06-8415-6046FCDF0CE5}" srcOrd="0" destOrd="0" parTransId="{FEF6FB81-6724-4371-B9A7-5AD7B9A6998D}" sibTransId="{AE7B8C09-A7AA-411C-BE30-70CB902793D8}"/>
    <dgm:cxn modelId="{73386F50-C0CF-480B-9FE4-2D04BF82F6D4}" type="presParOf" srcId="{9023CF1D-9940-4466-9BEB-E79885231219}" destId="{2A7613C0-D200-4057-9EDA-1784FFF56B95}" srcOrd="0" destOrd="0" presId="urn:microsoft.com/office/officeart/2018/2/layout/IconVerticalSolidList"/>
    <dgm:cxn modelId="{77C696D2-DE2F-4346-898A-2AED0F31E20B}" type="presParOf" srcId="{2A7613C0-D200-4057-9EDA-1784FFF56B95}" destId="{DA002153-1D70-4FBD-B0EA-9E7ADC559BF7}" srcOrd="0" destOrd="0" presId="urn:microsoft.com/office/officeart/2018/2/layout/IconVerticalSolidList"/>
    <dgm:cxn modelId="{584F23EB-001C-4C2A-AD4B-ECC8E5C1868E}" type="presParOf" srcId="{2A7613C0-D200-4057-9EDA-1784FFF56B95}" destId="{992A8370-8D71-471B-A1D6-E70032BEF007}" srcOrd="1" destOrd="0" presId="urn:microsoft.com/office/officeart/2018/2/layout/IconVerticalSolidList"/>
    <dgm:cxn modelId="{658B9D69-6A80-4207-907D-07500AF3FBB9}" type="presParOf" srcId="{2A7613C0-D200-4057-9EDA-1784FFF56B95}" destId="{DDE19E76-A399-4505-B8C6-9E12E80AC9DE}" srcOrd="2" destOrd="0" presId="urn:microsoft.com/office/officeart/2018/2/layout/IconVerticalSolidList"/>
    <dgm:cxn modelId="{9A546CE1-EF00-4A7B-A598-1D11BCBAB5BE}" type="presParOf" srcId="{2A7613C0-D200-4057-9EDA-1784FFF56B95}" destId="{F7B4B39E-3111-4D68-AE89-C18FA654F16C}" srcOrd="3" destOrd="0" presId="urn:microsoft.com/office/officeart/2018/2/layout/IconVerticalSolidList"/>
    <dgm:cxn modelId="{E7DEC1F6-C10B-4198-842C-AD9DFC3E2939}" type="presParOf" srcId="{9023CF1D-9940-4466-9BEB-E79885231219}" destId="{29D33376-F95C-4204-8901-78C7FAF9A19E}" srcOrd="1" destOrd="0" presId="urn:microsoft.com/office/officeart/2018/2/layout/IconVerticalSolidList"/>
    <dgm:cxn modelId="{B3E98B4B-3F20-41C4-9E68-8F9F778C802A}" type="presParOf" srcId="{9023CF1D-9940-4466-9BEB-E79885231219}" destId="{D251ED94-3629-4243-A80D-659ADA35AE29}" srcOrd="2" destOrd="0" presId="urn:microsoft.com/office/officeart/2018/2/layout/IconVerticalSolidList"/>
    <dgm:cxn modelId="{0A2DB2BE-4F43-4ACB-B698-B4C764E82BFB}" type="presParOf" srcId="{D251ED94-3629-4243-A80D-659ADA35AE29}" destId="{790325EE-808D-4662-BD0C-DCDE4B4D5548}" srcOrd="0" destOrd="0" presId="urn:microsoft.com/office/officeart/2018/2/layout/IconVerticalSolidList"/>
    <dgm:cxn modelId="{F9832575-407D-462A-BDD6-691252D437F9}" type="presParOf" srcId="{D251ED94-3629-4243-A80D-659ADA35AE29}" destId="{8FB45FEB-CDF0-4BBD-A70E-2849395645B5}" srcOrd="1" destOrd="0" presId="urn:microsoft.com/office/officeart/2018/2/layout/IconVerticalSolidList"/>
    <dgm:cxn modelId="{739FBCE3-64E5-4AFD-895E-6C959B01A020}" type="presParOf" srcId="{D251ED94-3629-4243-A80D-659ADA35AE29}" destId="{11F50A76-C574-48A3-BC09-85BCC3EDCB3F}" srcOrd="2" destOrd="0" presId="urn:microsoft.com/office/officeart/2018/2/layout/IconVerticalSolidList"/>
    <dgm:cxn modelId="{3178702C-7E30-4910-8B96-B4C522B0CC70}" type="presParOf" srcId="{D251ED94-3629-4243-A80D-659ADA35AE29}" destId="{71CD7718-1C4D-44C7-89BD-0AF3C2FCDC1F}" srcOrd="3" destOrd="0" presId="urn:microsoft.com/office/officeart/2018/2/layout/IconVerticalSolidList"/>
    <dgm:cxn modelId="{F405E3B3-CE33-46BC-A0D0-DB7705A057EB}" type="presParOf" srcId="{9023CF1D-9940-4466-9BEB-E79885231219}" destId="{A2262A65-DB2C-494B-A7B3-7BFF48ACB574}" srcOrd="3" destOrd="0" presId="urn:microsoft.com/office/officeart/2018/2/layout/IconVerticalSolidList"/>
    <dgm:cxn modelId="{6E174B0A-12BA-4439-8DBE-3F7FA2F947B3}" type="presParOf" srcId="{9023CF1D-9940-4466-9BEB-E79885231219}" destId="{F4B48666-25B0-4BE9-8360-8754710B7690}" srcOrd="4" destOrd="0" presId="urn:microsoft.com/office/officeart/2018/2/layout/IconVerticalSolidList"/>
    <dgm:cxn modelId="{3516DA33-5CDB-4687-AE9D-69398EC1A097}" type="presParOf" srcId="{F4B48666-25B0-4BE9-8360-8754710B7690}" destId="{2C42A704-F51C-4AA7-A3A0-CECCC668EE7C}" srcOrd="0" destOrd="0" presId="urn:microsoft.com/office/officeart/2018/2/layout/IconVerticalSolidList"/>
    <dgm:cxn modelId="{11E5C4CD-59A8-47D5-B410-3D01135BD02A}" type="presParOf" srcId="{F4B48666-25B0-4BE9-8360-8754710B7690}" destId="{62EE2413-14D8-4F94-B29D-3D38F96AE1C8}" srcOrd="1" destOrd="0" presId="urn:microsoft.com/office/officeart/2018/2/layout/IconVerticalSolidList"/>
    <dgm:cxn modelId="{8A5E8DE7-12FB-44DE-B7DC-7A43862AB00D}" type="presParOf" srcId="{F4B48666-25B0-4BE9-8360-8754710B7690}" destId="{D8CD1ADD-540E-49F1-AD18-F60482F68BE0}" srcOrd="2" destOrd="0" presId="urn:microsoft.com/office/officeart/2018/2/layout/IconVerticalSolidList"/>
    <dgm:cxn modelId="{94788877-E29C-430C-9F61-C6F60D3CC0C9}" type="presParOf" srcId="{F4B48666-25B0-4BE9-8360-8754710B7690}" destId="{EF412EC7-C601-4956-849A-7296C33DA5D1}" srcOrd="3" destOrd="0" presId="urn:microsoft.com/office/officeart/2018/2/layout/IconVerticalSolidList"/>
    <dgm:cxn modelId="{17247C25-99F8-472E-8E62-5C2F1D11602E}" type="presParOf" srcId="{9023CF1D-9940-4466-9BEB-E79885231219}" destId="{C0120BE4-E6DE-434D-822A-2FADDE1BEF68}" srcOrd="5" destOrd="0" presId="urn:microsoft.com/office/officeart/2018/2/layout/IconVerticalSolidList"/>
    <dgm:cxn modelId="{BF7053E1-81FB-4A6C-9243-50275E6448D4}" type="presParOf" srcId="{9023CF1D-9940-4466-9BEB-E79885231219}" destId="{73CF69BF-CAA8-4214-8005-8A314B8080E0}" srcOrd="6" destOrd="0" presId="urn:microsoft.com/office/officeart/2018/2/layout/IconVerticalSolidList"/>
    <dgm:cxn modelId="{C594404F-F801-43B2-A2BA-57CBA889856E}" type="presParOf" srcId="{73CF69BF-CAA8-4214-8005-8A314B8080E0}" destId="{70EA309A-06EC-4040-A06B-DE3F00E92040}" srcOrd="0" destOrd="0" presId="urn:microsoft.com/office/officeart/2018/2/layout/IconVerticalSolidList"/>
    <dgm:cxn modelId="{9E8A6D15-E500-43BA-AE2E-8A1DD94A3F92}" type="presParOf" srcId="{73CF69BF-CAA8-4214-8005-8A314B8080E0}" destId="{49E13B9B-5B4F-4D75-A702-A191AE3D1970}" srcOrd="1" destOrd="0" presId="urn:microsoft.com/office/officeart/2018/2/layout/IconVerticalSolidList"/>
    <dgm:cxn modelId="{10BCD40D-C986-4509-AA6E-47080FC2E002}" type="presParOf" srcId="{73CF69BF-CAA8-4214-8005-8A314B8080E0}" destId="{C047D738-456F-4182-B135-D8CDFF72A932}" srcOrd="2" destOrd="0" presId="urn:microsoft.com/office/officeart/2018/2/layout/IconVerticalSolidList"/>
    <dgm:cxn modelId="{A8ECA43E-A22B-4998-90D7-852B73520D49}" type="presParOf" srcId="{73CF69BF-CAA8-4214-8005-8A314B8080E0}" destId="{BF3AF43C-5D22-41C8-AFA2-75728C4A1E0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5DC69E-F1AD-4F91-B319-E6057FAC42E8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8E16996-9C66-4730-9283-492E4503D372}">
      <dgm:prSet/>
      <dgm:spPr/>
      <dgm:t>
        <a:bodyPr/>
        <a:lstStyle/>
        <a:p>
          <a:r>
            <a:rPr lang="en-US"/>
            <a:t>• Crystal lattice structure</a:t>
          </a:r>
        </a:p>
      </dgm:t>
    </dgm:pt>
    <dgm:pt modelId="{609E8A52-15C4-434D-9A6D-3A47CFB78D9D}" type="parTrans" cxnId="{52549A2F-F17B-4FDF-9F01-D791F304C9F3}">
      <dgm:prSet/>
      <dgm:spPr/>
      <dgm:t>
        <a:bodyPr/>
        <a:lstStyle/>
        <a:p>
          <a:endParaRPr lang="en-US"/>
        </a:p>
      </dgm:t>
    </dgm:pt>
    <dgm:pt modelId="{51DA0598-9EC8-4F5B-AD97-70D4A32ECC75}" type="sibTrans" cxnId="{52549A2F-F17B-4FDF-9F01-D791F304C9F3}">
      <dgm:prSet/>
      <dgm:spPr/>
      <dgm:t>
        <a:bodyPr/>
        <a:lstStyle/>
        <a:p>
          <a:endParaRPr lang="en-US"/>
        </a:p>
      </dgm:t>
    </dgm:pt>
    <dgm:pt modelId="{14363B56-FAFD-4F19-9F1B-567CFE78CE2B}">
      <dgm:prSet/>
      <dgm:spPr/>
      <dgm:t>
        <a:bodyPr/>
        <a:lstStyle/>
        <a:p>
          <a:r>
            <a:rPr lang="en-US"/>
            <a:t>• Atoms arranged in regular pattern</a:t>
          </a:r>
        </a:p>
      </dgm:t>
    </dgm:pt>
    <dgm:pt modelId="{593510C6-CD20-4903-9881-18A796F20BAB}" type="parTrans" cxnId="{DDF52DDE-FA0F-483A-ADBE-BA56087D0AA2}">
      <dgm:prSet/>
      <dgm:spPr/>
      <dgm:t>
        <a:bodyPr/>
        <a:lstStyle/>
        <a:p>
          <a:endParaRPr lang="en-US"/>
        </a:p>
      </dgm:t>
    </dgm:pt>
    <dgm:pt modelId="{06B2CE4C-D34B-495B-8FDD-37ADF59559F7}" type="sibTrans" cxnId="{DDF52DDE-FA0F-483A-ADBE-BA56087D0AA2}">
      <dgm:prSet/>
      <dgm:spPr/>
      <dgm:t>
        <a:bodyPr/>
        <a:lstStyle/>
        <a:p>
          <a:endParaRPr lang="en-US"/>
        </a:p>
      </dgm:t>
    </dgm:pt>
    <dgm:pt modelId="{FCDFBF85-D486-451B-B5A6-E031409A5C25}">
      <dgm:prSet/>
      <dgm:spPr/>
      <dgm:t>
        <a:bodyPr/>
        <a:lstStyle/>
        <a:p>
          <a:r>
            <a:rPr lang="en-US"/>
            <a:t>• Example: Silicon with 4 valence electrons forming covalent bonds</a:t>
          </a:r>
        </a:p>
      </dgm:t>
    </dgm:pt>
    <dgm:pt modelId="{DA32C759-B023-4764-88AF-3946725434AE}" type="parTrans" cxnId="{257F6A4B-836A-4339-94C8-0C3CBB312C17}">
      <dgm:prSet/>
      <dgm:spPr/>
      <dgm:t>
        <a:bodyPr/>
        <a:lstStyle/>
        <a:p>
          <a:endParaRPr lang="en-US"/>
        </a:p>
      </dgm:t>
    </dgm:pt>
    <dgm:pt modelId="{D7637D2D-885B-4E16-B565-F1353277204E}" type="sibTrans" cxnId="{257F6A4B-836A-4339-94C8-0C3CBB312C17}">
      <dgm:prSet/>
      <dgm:spPr/>
      <dgm:t>
        <a:bodyPr/>
        <a:lstStyle/>
        <a:p>
          <a:endParaRPr lang="en-US"/>
        </a:p>
      </dgm:t>
    </dgm:pt>
    <dgm:pt modelId="{6A882311-E892-40CA-8341-9D2CE23C000E}" type="pres">
      <dgm:prSet presAssocID="{F95DC69E-F1AD-4F91-B319-E6057FAC42E8}" presName="linear" presStyleCnt="0">
        <dgm:presLayoutVars>
          <dgm:animLvl val="lvl"/>
          <dgm:resizeHandles val="exact"/>
        </dgm:presLayoutVars>
      </dgm:prSet>
      <dgm:spPr/>
    </dgm:pt>
    <dgm:pt modelId="{FB8EABB1-8AA4-49DB-959F-AB895866BE36}" type="pres">
      <dgm:prSet presAssocID="{78E16996-9C66-4730-9283-492E4503D37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B8A4A64-D6FD-466F-9F6D-9A2A1F4EE635}" type="pres">
      <dgm:prSet presAssocID="{51DA0598-9EC8-4F5B-AD97-70D4A32ECC75}" presName="spacer" presStyleCnt="0"/>
      <dgm:spPr/>
    </dgm:pt>
    <dgm:pt modelId="{2D446ED9-B132-4097-A256-154EEF9F2247}" type="pres">
      <dgm:prSet presAssocID="{14363B56-FAFD-4F19-9F1B-567CFE78CE2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38BE78F-B856-4D10-8B0E-217890D58841}" type="pres">
      <dgm:prSet presAssocID="{06B2CE4C-D34B-495B-8FDD-37ADF59559F7}" presName="spacer" presStyleCnt="0"/>
      <dgm:spPr/>
    </dgm:pt>
    <dgm:pt modelId="{4B1038EF-3020-4EF5-8312-1F9F3D8B14B4}" type="pres">
      <dgm:prSet presAssocID="{FCDFBF85-D486-451B-B5A6-E031409A5C2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2E3B2715-0EF9-41CD-84AC-525B3F28143B}" type="presOf" srcId="{FCDFBF85-D486-451B-B5A6-E031409A5C25}" destId="{4B1038EF-3020-4EF5-8312-1F9F3D8B14B4}" srcOrd="0" destOrd="0" presId="urn:microsoft.com/office/officeart/2005/8/layout/vList2"/>
    <dgm:cxn modelId="{52549A2F-F17B-4FDF-9F01-D791F304C9F3}" srcId="{F95DC69E-F1AD-4F91-B319-E6057FAC42E8}" destId="{78E16996-9C66-4730-9283-492E4503D372}" srcOrd="0" destOrd="0" parTransId="{609E8A52-15C4-434D-9A6D-3A47CFB78D9D}" sibTransId="{51DA0598-9EC8-4F5B-AD97-70D4A32ECC75}"/>
    <dgm:cxn modelId="{164F7760-4748-4C10-829F-50C1886C9C31}" type="presOf" srcId="{78E16996-9C66-4730-9283-492E4503D372}" destId="{FB8EABB1-8AA4-49DB-959F-AB895866BE36}" srcOrd="0" destOrd="0" presId="urn:microsoft.com/office/officeart/2005/8/layout/vList2"/>
    <dgm:cxn modelId="{257F6A4B-836A-4339-94C8-0C3CBB312C17}" srcId="{F95DC69E-F1AD-4F91-B319-E6057FAC42E8}" destId="{FCDFBF85-D486-451B-B5A6-E031409A5C25}" srcOrd="2" destOrd="0" parTransId="{DA32C759-B023-4764-88AF-3946725434AE}" sibTransId="{D7637D2D-885B-4E16-B565-F1353277204E}"/>
    <dgm:cxn modelId="{C01C6F75-DC39-47DA-86A9-4A102AB7810F}" type="presOf" srcId="{F95DC69E-F1AD-4F91-B319-E6057FAC42E8}" destId="{6A882311-E892-40CA-8341-9D2CE23C000E}" srcOrd="0" destOrd="0" presId="urn:microsoft.com/office/officeart/2005/8/layout/vList2"/>
    <dgm:cxn modelId="{F7168AB1-7B39-466C-A37E-2546AADAB8D5}" type="presOf" srcId="{14363B56-FAFD-4F19-9F1B-567CFE78CE2B}" destId="{2D446ED9-B132-4097-A256-154EEF9F2247}" srcOrd="0" destOrd="0" presId="urn:microsoft.com/office/officeart/2005/8/layout/vList2"/>
    <dgm:cxn modelId="{DDF52DDE-FA0F-483A-ADBE-BA56087D0AA2}" srcId="{F95DC69E-F1AD-4F91-B319-E6057FAC42E8}" destId="{14363B56-FAFD-4F19-9F1B-567CFE78CE2B}" srcOrd="1" destOrd="0" parTransId="{593510C6-CD20-4903-9881-18A796F20BAB}" sibTransId="{06B2CE4C-D34B-495B-8FDD-37ADF59559F7}"/>
    <dgm:cxn modelId="{50594365-FD62-48E1-8159-2DFD8E520FBE}" type="presParOf" srcId="{6A882311-E892-40CA-8341-9D2CE23C000E}" destId="{FB8EABB1-8AA4-49DB-959F-AB895866BE36}" srcOrd="0" destOrd="0" presId="urn:microsoft.com/office/officeart/2005/8/layout/vList2"/>
    <dgm:cxn modelId="{9FA4D403-F7EB-4B08-B7CC-8EA83D76AF33}" type="presParOf" srcId="{6A882311-E892-40CA-8341-9D2CE23C000E}" destId="{7B8A4A64-D6FD-466F-9F6D-9A2A1F4EE635}" srcOrd="1" destOrd="0" presId="urn:microsoft.com/office/officeart/2005/8/layout/vList2"/>
    <dgm:cxn modelId="{40DDE72E-E084-4CCC-AC99-6BE30A597306}" type="presParOf" srcId="{6A882311-E892-40CA-8341-9D2CE23C000E}" destId="{2D446ED9-B132-4097-A256-154EEF9F2247}" srcOrd="2" destOrd="0" presId="urn:microsoft.com/office/officeart/2005/8/layout/vList2"/>
    <dgm:cxn modelId="{16814542-94D4-4B7B-9F62-6EF4CECEB0A8}" type="presParOf" srcId="{6A882311-E892-40CA-8341-9D2CE23C000E}" destId="{938BE78F-B856-4D10-8B0E-217890D58841}" srcOrd="3" destOrd="0" presId="urn:microsoft.com/office/officeart/2005/8/layout/vList2"/>
    <dgm:cxn modelId="{D2A1B50A-B3A3-4D24-B822-489044FD320C}" type="presParOf" srcId="{6A882311-E892-40CA-8341-9D2CE23C000E}" destId="{4B1038EF-3020-4EF5-8312-1F9F3D8B14B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4235842-EE44-4DE9-9F95-0C6BD0AA5752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D1563980-D0ED-4FCD-B850-B53D16023479}">
      <dgm:prSet/>
      <dgm:spPr/>
      <dgm:t>
        <a:bodyPr/>
        <a:lstStyle/>
        <a:p>
          <a:r>
            <a:rPr lang="en-US"/>
            <a:t>• Silicon: Diamond cubic crystal, used in chips</a:t>
          </a:r>
        </a:p>
      </dgm:t>
    </dgm:pt>
    <dgm:pt modelId="{28C2C5B8-5776-4E39-9877-8832D66BCAAF}" type="parTrans" cxnId="{714309AD-5AA9-4A4E-91F7-D82BE206A1C0}">
      <dgm:prSet/>
      <dgm:spPr/>
      <dgm:t>
        <a:bodyPr/>
        <a:lstStyle/>
        <a:p>
          <a:endParaRPr lang="en-US"/>
        </a:p>
      </dgm:t>
    </dgm:pt>
    <dgm:pt modelId="{C7A64081-1472-4191-8ECE-CD5286913B79}" type="sibTrans" cxnId="{714309AD-5AA9-4A4E-91F7-D82BE206A1C0}">
      <dgm:prSet/>
      <dgm:spPr/>
      <dgm:t>
        <a:bodyPr/>
        <a:lstStyle/>
        <a:p>
          <a:endParaRPr lang="en-US"/>
        </a:p>
      </dgm:t>
    </dgm:pt>
    <dgm:pt modelId="{A0EE028A-05C6-4FB6-AA77-618E0EA57D15}">
      <dgm:prSet/>
      <dgm:spPr/>
      <dgm:t>
        <a:bodyPr/>
        <a:lstStyle/>
        <a:p>
          <a:r>
            <a:rPr lang="en-US"/>
            <a:t>• Germanium: Crystal lattice, used in diodes</a:t>
          </a:r>
        </a:p>
      </dgm:t>
    </dgm:pt>
    <dgm:pt modelId="{2B3800E8-DAEC-4EFB-A3B5-573DD6247612}" type="parTrans" cxnId="{D6AA2316-528E-4A42-9346-A79C1C2AF994}">
      <dgm:prSet/>
      <dgm:spPr/>
      <dgm:t>
        <a:bodyPr/>
        <a:lstStyle/>
        <a:p>
          <a:endParaRPr lang="en-US"/>
        </a:p>
      </dgm:t>
    </dgm:pt>
    <dgm:pt modelId="{96446083-9B62-4654-94C5-948DFA2056E6}" type="sibTrans" cxnId="{D6AA2316-528E-4A42-9346-A79C1C2AF994}">
      <dgm:prSet/>
      <dgm:spPr/>
      <dgm:t>
        <a:bodyPr/>
        <a:lstStyle/>
        <a:p>
          <a:endParaRPr lang="en-US"/>
        </a:p>
      </dgm:t>
    </dgm:pt>
    <dgm:pt modelId="{41C17391-A002-4621-A9D5-BF1D9DFB8544}">
      <dgm:prSet/>
      <dgm:spPr/>
      <dgm:t>
        <a:bodyPr/>
        <a:lstStyle/>
        <a:p>
          <a:r>
            <a:rPr lang="en-US"/>
            <a:t>• Gallium Arsenide: Compound crystal, used in LEDs</a:t>
          </a:r>
        </a:p>
      </dgm:t>
    </dgm:pt>
    <dgm:pt modelId="{FF41D4FF-B935-4C9E-B12D-C57DBACFD207}" type="parTrans" cxnId="{5C9AEAD2-1690-4886-A4CF-2FEE7A8E0849}">
      <dgm:prSet/>
      <dgm:spPr/>
      <dgm:t>
        <a:bodyPr/>
        <a:lstStyle/>
        <a:p>
          <a:endParaRPr lang="en-US"/>
        </a:p>
      </dgm:t>
    </dgm:pt>
    <dgm:pt modelId="{0F95BA41-EFD6-483A-8ADE-D0290AAAA4E7}" type="sibTrans" cxnId="{5C9AEAD2-1690-4886-A4CF-2FEE7A8E0849}">
      <dgm:prSet/>
      <dgm:spPr/>
      <dgm:t>
        <a:bodyPr/>
        <a:lstStyle/>
        <a:p>
          <a:endParaRPr lang="en-US"/>
        </a:p>
      </dgm:t>
    </dgm:pt>
    <dgm:pt modelId="{0D574C79-4D22-495A-A120-D00CACDE9703}">
      <dgm:prSet/>
      <dgm:spPr/>
      <dgm:t>
        <a:bodyPr/>
        <a:lstStyle/>
        <a:p>
          <a:r>
            <a:rPr lang="en-US"/>
            <a:t>• Cadmium Sulfide: Crystalline, used in sensors</a:t>
          </a:r>
        </a:p>
      </dgm:t>
    </dgm:pt>
    <dgm:pt modelId="{B11D7363-37B2-405F-A14D-150EC454E029}" type="parTrans" cxnId="{2E34B53A-DF09-4276-A376-2FB9B5018B2E}">
      <dgm:prSet/>
      <dgm:spPr/>
      <dgm:t>
        <a:bodyPr/>
        <a:lstStyle/>
        <a:p>
          <a:endParaRPr lang="en-US"/>
        </a:p>
      </dgm:t>
    </dgm:pt>
    <dgm:pt modelId="{3D4EC20F-3215-4D0F-A08C-8F81980DAC39}" type="sibTrans" cxnId="{2E34B53A-DF09-4276-A376-2FB9B5018B2E}">
      <dgm:prSet/>
      <dgm:spPr/>
      <dgm:t>
        <a:bodyPr/>
        <a:lstStyle/>
        <a:p>
          <a:endParaRPr lang="en-US"/>
        </a:p>
      </dgm:t>
    </dgm:pt>
    <dgm:pt modelId="{0EDBF5E1-CE83-4252-80DE-917CCEAA6239}" type="pres">
      <dgm:prSet presAssocID="{E4235842-EE44-4DE9-9F95-0C6BD0AA5752}" presName="vert0" presStyleCnt="0">
        <dgm:presLayoutVars>
          <dgm:dir/>
          <dgm:animOne val="branch"/>
          <dgm:animLvl val="lvl"/>
        </dgm:presLayoutVars>
      </dgm:prSet>
      <dgm:spPr/>
    </dgm:pt>
    <dgm:pt modelId="{3AEEB289-B5BE-41C6-9193-D5F2B847F55D}" type="pres">
      <dgm:prSet presAssocID="{D1563980-D0ED-4FCD-B850-B53D16023479}" presName="thickLine" presStyleLbl="alignNode1" presStyleIdx="0" presStyleCnt="4"/>
      <dgm:spPr/>
    </dgm:pt>
    <dgm:pt modelId="{5295461A-5FE2-4E4B-B650-818C7B2E32DB}" type="pres">
      <dgm:prSet presAssocID="{D1563980-D0ED-4FCD-B850-B53D16023479}" presName="horz1" presStyleCnt="0"/>
      <dgm:spPr/>
    </dgm:pt>
    <dgm:pt modelId="{EAD43F9F-70D8-46BB-80C1-1C0A53E296DE}" type="pres">
      <dgm:prSet presAssocID="{D1563980-D0ED-4FCD-B850-B53D16023479}" presName="tx1" presStyleLbl="revTx" presStyleIdx="0" presStyleCnt="4"/>
      <dgm:spPr/>
    </dgm:pt>
    <dgm:pt modelId="{67E37C74-3C11-40D7-A6BA-8BB3BDC96209}" type="pres">
      <dgm:prSet presAssocID="{D1563980-D0ED-4FCD-B850-B53D16023479}" presName="vert1" presStyleCnt="0"/>
      <dgm:spPr/>
    </dgm:pt>
    <dgm:pt modelId="{D2B05D2E-A89D-4F05-9EF1-55E505434A36}" type="pres">
      <dgm:prSet presAssocID="{A0EE028A-05C6-4FB6-AA77-618E0EA57D15}" presName="thickLine" presStyleLbl="alignNode1" presStyleIdx="1" presStyleCnt="4"/>
      <dgm:spPr/>
    </dgm:pt>
    <dgm:pt modelId="{163FC7AF-DDA6-466B-8D39-8C18D8FEC138}" type="pres">
      <dgm:prSet presAssocID="{A0EE028A-05C6-4FB6-AA77-618E0EA57D15}" presName="horz1" presStyleCnt="0"/>
      <dgm:spPr/>
    </dgm:pt>
    <dgm:pt modelId="{F2B5EA5E-0765-4DB0-8C2E-05FB28DCEFCD}" type="pres">
      <dgm:prSet presAssocID="{A0EE028A-05C6-4FB6-AA77-618E0EA57D15}" presName="tx1" presStyleLbl="revTx" presStyleIdx="1" presStyleCnt="4"/>
      <dgm:spPr/>
    </dgm:pt>
    <dgm:pt modelId="{2278D2D3-F1D8-4589-9DD7-567B55D6D3CE}" type="pres">
      <dgm:prSet presAssocID="{A0EE028A-05C6-4FB6-AA77-618E0EA57D15}" presName="vert1" presStyleCnt="0"/>
      <dgm:spPr/>
    </dgm:pt>
    <dgm:pt modelId="{C006482B-D2AE-4018-9C85-34D08A9669AB}" type="pres">
      <dgm:prSet presAssocID="{41C17391-A002-4621-A9D5-BF1D9DFB8544}" presName="thickLine" presStyleLbl="alignNode1" presStyleIdx="2" presStyleCnt="4"/>
      <dgm:spPr/>
    </dgm:pt>
    <dgm:pt modelId="{2D7999C0-15D4-4C37-B479-4BF2B842C9EC}" type="pres">
      <dgm:prSet presAssocID="{41C17391-A002-4621-A9D5-BF1D9DFB8544}" presName="horz1" presStyleCnt="0"/>
      <dgm:spPr/>
    </dgm:pt>
    <dgm:pt modelId="{DEC9CEB9-2870-4568-9511-6DFD4CCF149F}" type="pres">
      <dgm:prSet presAssocID="{41C17391-A002-4621-A9D5-BF1D9DFB8544}" presName="tx1" presStyleLbl="revTx" presStyleIdx="2" presStyleCnt="4"/>
      <dgm:spPr/>
    </dgm:pt>
    <dgm:pt modelId="{EFC4CA2A-94E3-4408-BAE9-7EFF23F2CF9E}" type="pres">
      <dgm:prSet presAssocID="{41C17391-A002-4621-A9D5-BF1D9DFB8544}" presName="vert1" presStyleCnt="0"/>
      <dgm:spPr/>
    </dgm:pt>
    <dgm:pt modelId="{5B79F106-ED6F-44C9-B403-2100A15775E1}" type="pres">
      <dgm:prSet presAssocID="{0D574C79-4D22-495A-A120-D00CACDE9703}" presName="thickLine" presStyleLbl="alignNode1" presStyleIdx="3" presStyleCnt="4"/>
      <dgm:spPr/>
    </dgm:pt>
    <dgm:pt modelId="{54958A23-C73E-40D6-B7CC-CED7181AF30F}" type="pres">
      <dgm:prSet presAssocID="{0D574C79-4D22-495A-A120-D00CACDE9703}" presName="horz1" presStyleCnt="0"/>
      <dgm:spPr/>
    </dgm:pt>
    <dgm:pt modelId="{7C2449AB-349A-4F09-8B5A-D4489A62788A}" type="pres">
      <dgm:prSet presAssocID="{0D574C79-4D22-495A-A120-D00CACDE9703}" presName="tx1" presStyleLbl="revTx" presStyleIdx="3" presStyleCnt="4"/>
      <dgm:spPr/>
    </dgm:pt>
    <dgm:pt modelId="{FDCC9E70-1DAA-458E-A00C-9C2A1C9E4F32}" type="pres">
      <dgm:prSet presAssocID="{0D574C79-4D22-495A-A120-D00CACDE9703}" presName="vert1" presStyleCnt="0"/>
      <dgm:spPr/>
    </dgm:pt>
  </dgm:ptLst>
  <dgm:cxnLst>
    <dgm:cxn modelId="{D6AA2316-528E-4A42-9346-A79C1C2AF994}" srcId="{E4235842-EE44-4DE9-9F95-0C6BD0AA5752}" destId="{A0EE028A-05C6-4FB6-AA77-618E0EA57D15}" srcOrd="1" destOrd="0" parTransId="{2B3800E8-DAEC-4EFB-A3B5-573DD6247612}" sibTransId="{96446083-9B62-4654-94C5-948DFA2056E6}"/>
    <dgm:cxn modelId="{2E34B53A-DF09-4276-A376-2FB9B5018B2E}" srcId="{E4235842-EE44-4DE9-9F95-0C6BD0AA5752}" destId="{0D574C79-4D22-495A-A120-D00CACDE9703}" srcOrd="3" destOrd="0" parTransId="{B11D7363-37B2-405F-A14D-150EC454E029}" sibTransId="{3D4EC20F-3215-4D0F-A08C-8F81980DAC39}"/>
    <dgm:cxn modelId="{BBBB966C-9FBC-4C16-9D42-574627B5D6D5}" type="presOf" srcId="{41C17391-A002-4621-A9D5-BF1D9DFB8544}" destId="{DEC9CEB9-2870-4568-9511-6DFD4CCF149F}" srcOrd="0" destOrd="0" presId="urn:microsoft.com/office/officeart/2008/layout/LinedList"/>
    <dgm:cxn modelId="{6CBC4C7B-3088-416E-93F7-435370DA2FDB}" type="presOf" srcId="{0D574C79-4D22-495A-A120-D00CACDE9703}" destId="{7C2449AB-349A-4F09-8B5A-D4489A62788A}" srcOrd="0" destOrd="0" presId="urn:microsoft.com/office/officeart/2008/layout/LinedList"/>
    <dgm:cxn modelId="{108727AC-0EC0-4D9C-AF78-8364FC89397A}" type="presOf" srcId="{D1563980-D0ED-4FCD-B850-B53D16023479}" destId="{EAD43F9F-70D8-46BB-80C1-1C0A53E296DE}" srcOrd="0" destOrd="0" presId="urn:microsoft.com/office/officeart/2008/layout/LinedList"/>
    <dgm:cxn modelId="{714309AD-5AA9-4A4E-91F7-D82BE206A1C0}" srcId="{E4235842-EE44-4DE9-9F95-0C6BD0AA5752}" destId="{D1563980-D0ED-4FCD-B850-B53D16023479}" srcOrd="0" destOrd="0" parTransId="{28C2C5B8-5776-4E39-9877-8832D66BCAAF}" sibTransId="{C7A64081-1472-4191-8ECE-CD5286913B79}"/>
    <dgm:cxn modelId="{1501E1C5-E797-4FD9-9F5C-09524EE7BDAF}" type="presOf" srcId="{E4235842-EE44-4DE9-9F95-0C6BD0AA5752}" destId="{0EDBF5E1-CE83-4252-80DE-917CCEAA6239}" srcOrd="0" destOrd="0" presId="urn:microsoft.com/office/officeart/2008/layout/LinedList"/>
    <dgm:cxn modelId="{5C9AEAD2-1690-4886-A4CF-2FEE7A8E0849}" srcId="{E4235842-EE44-4DE9-9F95-0C6BD0AA5752}" destId="{41C17391-A002-4621-A9D5-BF1D9DFB8544}" srcOrd="2" destOrd="0" parTransId="{FF41D4FF-B935-4C9E-B12D-C57DBACFD207}" sibTransId="{0F95BA41-EFD6-483A-8ADE-D0290AAAA4E7}"/>
    <dgm:cxn modelId="{6E1850E9-E559-4BBD-A57F-251DA2D0070F}" type="presOf" srcId="{A0EE028A-05C6-4FB6-AA77-618E0EA57D15}" destId="{F2B5EA5E-0765-4DB0-8C2E-05FB28DCEFCD}" srcOrd="0" destOrd="0" presId="urn:microsoft.com/office/officeart/2008/layout/LinedList"/>
    <dgm:cxn modelId="{BB27088A-2DE1-4EA4-AE6E-BFA953CA1194}" type="presParOf" srcId="{0EDBF5E1-CE83-4252-80DE-917CCEAA6239}" destId="{3AEEB289-B5BE-41C6-9193-D5F2B847F55D}" srcOrd="0" destOrd="0" presId="urn:microsoft.com/office/officeart/2008/layout/LinedList"/>
    <dgm:cxn modelId="{58149ADA-5175-4742-860B-16CF6E5C7D23}" type="presParOf" srcId="{0EDBF5E1-CE83-4252-80DE-917CCEAA6239}" destId="{5295461A-5FE2-4E4B-B650-818C7B2E32DB}" srcOrd="1" destOrd="0" presId="urn:microsoft.com/office/officeart/2008/layout/LinedList"/>
    <dgm:cxn modelId="{C17F2941-EA38-4B6A-8E5E-28A2F7ABB592}" type="presParOf" srcId="{5295461A-5FE2-4E4B-B650-818C7B2E32DB}" destId="{EAD43F9F-70D8-46BB-80C1-1C0A53E296DE}" srcOrd="0" destOrd="0" presId="urn:microsoft.com/office/officeart/2008/layout/LinedList"/>
    <dgm:cxn modelId="{63FEC518-9590-45B8-90D5-8D9D84F3F4C4}" type="presParOf" srcId="{5295461A-5FE2-4E4B-B650-818C7B2E32DB}" destId="{67E37C74-3C11-40D7-A6BA-8BB3BDC96209}" srcOrd="1" destOrd="0" presId="urn:microsoft.com/office/officeart/2008/layout/LinedList"/>
    <dgm:cxn modelId="{3C3953FD-70EE-4E50-AE14-3CA7BAA4DE67}" type="presParOf" srcId="{0EDBF5E1-CE83-4252-80DE-917CCEAA6239}" destId="{D2B05D2E-A89D-4F05-9EF1-55E505434A36}" srcOrd="2" destOrd="0" presId="urn:microsoft.com/office/officeart/2008/layout/LinedList"/>
    <dgm:cxn modelId="{94F6F7FA-9420-4255-9D0E-298C2CE61EDB}" type="presParOf" srcId="{0EDBF5E1-CE83-4252-80DE-917CCEAA6239}" destId="{163FC7AF-DDA6-466B-8D39-8C18D8FEC138}" srcOrd="3" destOrd="0" presId="urn:microsoft.com/office/officeart/2008/layout/LinedList"/>
    <dgm:cxn modelId="{8E8D21B4-CC1B-4F69-A3CB-6EDC172B34F7}" type="presParOf" srcId="{163FC7AF-DDA6-466B-8D39-8C18D8FEC138}" destId="{F2B5EA5E-0765-4DB0-8C2E-05FB28DCEFCD}" srcOrd="0" destOrd="0" presId="urn:microsoft.com/office/officeart/2008/layout/LinedList"/>
    <dgm:cxn modelId="{F8B60293-455B-4CE1-A2DE-A91F2C06C8F1}" type="presParOf" srcId="{163FC7AF-DDA6-466B-8D39-8C18D8FEC138}" destId="{2278D2D3-F1D8-4589-9DD7-567B55D6D3CE}" srcOrd="1" destOrd="0" presId="urn:microsoft.com/office/officeart/2008/layout/LinedList"/>
    <dgm:cxn modelId="{D37ED1A8-2ACD-4FD6-BB7D-F61C5DB6C28D}" type="presParOf" srcId="{0EDBF5E1-CE83-4252-80DE-917CCEAA6239}" destId="{C006482B-D2AE-4018-9C85-34D08A9669AB}" srcOrd="4" destOrd="0" presId="urn:microsoft.com/office/officeart/2008/layout/LinedList"/>
    <dgm:cxn modelId="{7DA0BE80-2A66-4362-A268-F326D19B3A77}" type="presParOf" srcId="{0EDBF5E1-CE83-4252-80DE-917CCEAA6239}" destId="{2D7999C0-15D4-4C37-B479-4BF2B842C9EC}" srcOrd="5" destOrd="0" presId="urn:microsoft.com/office/officeart/2008/layout/LinedList"/>
    <dgm:cxn modelId="{32322F51-7B15-4F4C-889F-452D5937632E}" type="presParOf" srcId="{2D7999C0-15D4-4C37-B479-4BF2B842C9EC}" destId="{DEC9CEB9-2870-4568-9511-6DFD4CCF149F}" srcOrd="0" destOrd="0" presId="urn:microsoft.com/office/officeart/2008/layout/LinedList"/>
    <dgm:cxn modelId="{2462A934-7F74-4EB4-8232-1215146A7A5E}" type="presParOf" srcId="{2D7999C0-15D4-4C37-B479-4BF2B842C9EC}" destId="{EFC4CA2A-94E3-4408-BAE9-7EFF23F2CF9E}" srcOrd="1" destOrd="0" presId="urn:microsoft.com/office/officeart/2008/layout/LinedList"/>
    <dgm:cxn modelId="{436E433D-8841-4C46-AF43-5393A978A25F}" type="presParOf" srcId="{0EDBF5E1-CE83-4252-80DE-917CCEAA6239}" destId="{5B79F106-ED6F-44C9-B403-2100A15775E1}" srcOrd="6" destOrd="0" presId="urn:microsoft.com/office/officeart/2008/layout/LinedList"/>
    <dgm:cxn modelId="{62B38103-002C-4A9E-BCE0-34FF7FD31256}" type="presParOf" srcId="{0EDBF5E1-CE83-4252-80DE-917CCEAA6239}" destId="{54958A23-C73E-40D6-B7CC-CED7181AF30F}" srcOrd="7" destOrd="0" presId="urn:microsoft.com/office/officeart/2008/layout/LinedList"/>
    <dgm:cxn modelId="{056508ED-470F-437B-B1C3-1BAAD5EE1C9A}" type="presParOf" srcId="{54958A23-C73E-40D6-B7CC-CED7181AF30F}" destId="{7C2449AB-349A-4F09-8B5A-D4489A62788A}" srcOrd="0" destOrd="0" presId="urn:microsoft.com/office/officeart/2008/layout/LinedList"/>
    <dgm:cxn modelId="{287CD0B8-4C99-4F30-AE10-4F5BAD06D791}" type="presParOf" srcId="{54958A23-C73E-40D6-B7CC-CED7181AF30F}" destId="{FDCC9E70-1DAA-458E-A00C-9C2A1C9E4F3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F767622-0557-46A7-A14B-10A841A563E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740850B1-736F-4D35-AA14-CAFADC678CFB}">
      <dgm:prSet/>
      <dgm:spPr/>
      <dgm:t>
        <a:bodyPr/>
        <a:lstStyle/>
        <a:p>
          <a:r>
            <a:rPr lang="en-US"/>
            <a:t>• Transistors</a:t>
          </a:r>
        </a:p>
      </dgm:t>
    </dgm:pt>
    <dgm:pt modelId="{596C88EA-F46E-48BE-B2F3-E187C4CD6D87}" type="parTrans" cxnId="{606CD034-CACF-42D7-B4F7-07F59034850F}">
      <dgm:prSet/>
      <dgm:spPr/>
      <dgm:t>
        <a:bodyPr/>
        <a:lstStyle/>
        <a:p>
          <a:endParaRPr lang="en-US"/>
        </a:p>
      </dgm:t>
    </dgm:pt>
    <dgm:pt modelId="{72BBC4A3-C093-43B4-B5AD-931A1A558944}" type="sibTrans" cxnId="{606CD034-CACF-42D7-B4F7-07F59034850F}">
      <dgm:prSet/>
      <dgm:spPr/>
      <dgm:t>
        <a:bodyPr/>
        <a:lstStyle/>
        <a:p>
          <a:endParaRPr lang="en-US"/>
        </a:p>
      </dgm:t>
    </dgm:pt>
    <dgm:pt modelId="{3F04FB26-994E-4D03-B338-6F67FBDC1179}">
      <dgm:prSet/>
      <dgm:spPr/>
      <dgm:t>
        <a:bodyPr/>
        <a:lstStyle/>
        <a:p>
          <a:r>
            <a:rPr lang="en-US"/>
            <a:t>• Diodes</a:t>
          </a:r>
        </a:p>
      </dgm:t>
    </dgm:pt>
    <dgm:pt modelId="{1F5DFA03-F043-49C5-8B0B-A427291A9441}" type="parTrans" cxnId="{B0D16890-4C8D-4772-8115-AFA040C86FA4}">
      <dgm:prSet/>
      <dgm:spPr/>
      <dgm:t>
        <a:bodyPr/>
        <a:lstStyle/>
        <a:p>
          <a:endParaRPr lang="en-US"/>
        </a:p>
      </dgm:t>
    </dgm:pt>
    <dgm:pt modelId="{E75D6C29-2C36-494C-9969-76DBA532C5BC}" type="sibTrans" cxnId="{B0D16890-4C8D-4772-8115-AFA040C86FA4}">
      <dgm:prSet/>
      <dgm:spPr/>
      <dgm:t>
        <a:bodyPr/>
        <a:lstStyle/>
        <a:p>
          <a:endParaRPr lang="en-US"/>
        </a:p>
      </dgm:t>
    </dgm:pt>
    <dgm:pt modelId="{5F10967A-8FC9-4260-BEB5-7CBCF8F538C5}">
      <dgm:prSet/>
      <dgm:spPr/>
      <dgm:t>
        <a:bodyPr/>
        <a:lstStyle/>
        <a:p>
          <a:r>
            <a:rPr lang="en-US"/>
            <a:t>• Integrated Circuits (ICs)</a:t>
          </a:r>
        </a:p>
      </dgm:t>
    </dgm:pt>
    <dgm:pt modelId="{251CDDDB-7EDD-41B8-BF79-958E9EA296F8}" type="parTrans" cxnId="{776C201A-A882-4D78-8607-90531BDFF2E4}">
      <dgm:prSet/>
      <dgm:spPr/>
      <dgm:t>
        <a:bodyPr/>
        <a:lstStyle/>
        <a:p>
          <a:endParaRPr lang="en-US"/>
        </a:p>
      </dgm:t>
    </dgm:pt>
    <dgm:pt modelId="{75EAA10D-334B-45BF-8282-189686783E22}" type="sibTrans" cxnId="{776C201A-A882-4D78-8607-90531BDFF2E4}">
      <dgm:prSet/>
      <dgm:spPr/>
      <dgm:t>
        <a:bodyPr/>
        <a:lstStyle/>
        <a:p>
          <a:endParaRPr lang="en-US"/>
        </a:p>
      </dgm:t>
    </dgm:pt>
    <dgm:pt modelId="{D3F1F523-654B-4AA7-B1FA-6D8213173872}">
      <dgm:prSet/>
      <dgm:spPr/>
      <dgm:t>
        <a:bodyPr/>
        <a:lstStyle/>
        <a:p>
          <a:r>
            <a:rPr lang="en-US"/>
            <a:t>• Solar cells</a:t>
          </a:r>
        </a:p>
      </dgm:t>
    </dgm:pt>
    <dgm:pt modelId="{9E52CB1C-559E-4761-8DF1-02B34AF5511B}" type="parTrans" cxnId="{473E2D91-0A2A-4C8E-A4CB-9661468608CC}">
      <dgm:prSet/>
      <dgm:spPr/>
      <dgm:t>
        <a:bodyPr/>
        <a:lstStyle/>
        <a:p>
          <a:endParaRPr lang="en-US"/>
        </a:p>
      </dgm:t>
    </dgm:pt>
    <dgm:pt modelId="{67FF6C5E-3267-402B-9864-33130F0EEAF9}" type="sibTrans" cxnId="{473E2D91-0A2A-4C8E-A4CB-9661468608CC}">
      <dgm:prSet/>
      <dgm:spPr/>
      <dgm:t>
        <a:bodyPr/>
        <a:lstStyle/>
        <a:p>
          <a:endParaRPr lang="en-US"/>
        </a:p>
      </dgm:t>
    </dgm:pt>
    <dgm:pt modelId="{73277CC4-4E28-4626-AD0B-D9941DDAB6AB}">
      <dgm:prSet/>
      <dgm:spPr/>
      <dgm:t>
        <a:bodyPr/>
        <a:lstStyle/>
        <a:p>
          <a:r>
            <a:rPr lang="en-US"/>
            <a:t>• LEDs</a:t>
          </a:r>
        </a:p>
      </dgm:t>
    </dgm:pt>
    <dgm:pt modelId="{E84A0F23-66CF-4A25-AFB7-30C8B2458FEF}" type="parTrans" cxnId="{D6C7FCF1-E7C2-4D65-9711-225D192E9ADF}">
      <dgm:prSet/>
      <dgm:spPr/>
      <dgm:t>
        <a:bodyPr/>
        <a:lstStyle/>
        <a:p>
          <a:endParaRPr lang="en-US"/>
        </a:p>
      </dgm:t>
    </dgm:pt>
    <dgm:pt modelId="{BCF2643D-3E31-4045-8B0A-7AD58E242D9F}" type="sibTrans" cxnId="{D6C7FCF1-E7C2-4D65-9711-225D192E9ADF}">
      <dgm:prSet/>
      <dgm:spPr/>
      <dgm:t>
        <a:bodyPr/>
        <a:lstStyle/>
        <a:p>
          <a:endParaRPr lang="en-US"/>
        </a:p>
      </dgm:t>
    </dgm:pt>
    <dgm:pt modelId="{DEAE5A47-1E79-4F40-90EC-7EB9F84E7D15}">
      <dgm:prSet/>
      <dgm:spPr/>
      <dgm:t>
        <a:bodyPr/>
        <a:lstStyle/>
        <a:p>
          <a:r>
            <a:rPr lang="en-US"/>
            <a:t>• Mobile phones</a:t>
          </a:r>
        </a:p>
      </dgm:t>
    </dgm:pt>
    <dgm:pt modelId="{585F466F-32D6-4DE3-9620-D9ECE9F50681}" type="parTrans" cxnId="{2ADC1614-2011-4C86-AA2B-B2CE0202B697}">
      <dgm:prSet/>
      <dgm:spPr/>
      <dgm:t>
        <a:bodyPr/>
        <a:lstStyle/>
        <a:p>
          <a:endParaRPr lang="en-US"/>
        </a:p>
      </dgm:t>
    </dgm:pt>
    <dgm:pt modelId="{6278C05D-FCB5-4C27-88D1-93632DB69276}" type="sibTrans" cxnId="{2ADC1614-2011-4C86-AA2B-B2CE0202B697}">
      <dgm:prSet/>
      <dgm:spPr/>
      <dgm:t>
        <a:bodyPr/>
        <a:lstStyle/>
        <a:p>
          <a:endParaRPr lang="en-US"/>
        </a:p>
      </dgm:t>
    </dgm:pt>
    <dgm:pt modelId="{4644FADA-AD81-46D3-B0DB-49FD3E660454}">
      <dgm:prSet/>
      <dgm:spPr/>
      <dgm:t>
        <a:bodyPr/>
        <a:lstStyle/>
        <a:p>
          <a:r>
            <a:rPr lang="en-US"/>
            <a:t>• Computers</a:t>
          </a:r>
        </a:p>
      </dgm:t>
    </dgm:pt>
    <dgm:pt modelId="{20AB60D7-4D96-41A4-9988-A41C1613F2D2}" type="parTrans" cxnId="{A653A46E-3BFE-4546-AC47-EC596C7253EF}">
      <dgm:prSet/>
      <dgm:spPr/>
      <dgm:t>
        <a:bodyPr/>
        <a:lstStyle/>
        <a:p>
          <a:endParaRPr lang="en-US"/>
        </a:p>
      </dgm:t>
    </dgm:pt>
    <dgm:pt modelId="{7F3464C0-3CCC-46E6-A91C-AC0ED69C8EB7}" type="sibTrans" cxnId="{A653A46E-3BFE-4546-AC47-EC596C7253EF}">
      <dgm:prSet/>
      <dgm:spPr/>
      <dgm:t>
        <a:bodyPr/>
        <a:lstStyle/>
        <a:p>
          <a:endParaRPr lang="en-US"/>
        </a:p>
      </dgm:t>
    </dgm:pt>
    <dgm:pt modelId="{B6F3B82E-3A49-49F0-B4D4-964FD6E59D39}" type="pres">
      <dgm:prSet presAssocID="{FF767622-0557-46A7-A14B-10A841A563E2}" presName="root" presStyleCnt="0">
        <dgm:presLayoutVars>
          <dgm:dir/>
          <dgm:resizeHandles val="exact"/>
        </dgm:presLayoutVars>
      </dgm:prSet>
      <dgm:spPr/>
    </dgm:pt>
    <dgm:pt modelId="{CBC520E3-A7B0-4BED-BB29-BE5CE3C73DC4}" type="pres">
      <dgm:prSet presAssocID="{740850B1-736F-4D35-AA14-CAFADC678CFB}" presName="compNode" presStyleCnt="0"/>
      <dgm:spPr/>
    </dgm:pt>
    <dgm:pt modelId="{07F9926A-960A-4F14-9FA7-CB98D69971AE}" type="pres">
      <dgm:prSet presAssocID="{740850B1-736F-4D35-AA14-CAFADC678CFB}" presName="bgRect" presStyleLbl="bgShp" presStyleIdx="0" presStyleCnt="7"/>
      <dgm:spPr/>
    </dgm:pt>
    <dgm:pt modelId="{491A760B-C2AB-45AC-88EA-A3A79FB80761}" type="pres">
      <dgm:prSet presAssocID="{740850B1-736F-4D35-AA14-CAFADC678CFB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E58D8FF-EC2E-49BD-B660-09D7BBF774D8}" type="pres">
      <dgm:prSet presAssocID="{740850B1-736F-4D35-AA14-CAFADC678CFB}" presName="spaceRect" presStyleCnt="0"/>
      <dgm:spPr/>
    </dgm:pt>
    <dgm:pt modelId="{812A553E-23B8-4BBB-9C6A-76C89CEE9187}" type="pres">
      <dgm:prSet presAssocID="{740850B1-736F-4D35-AA14-CAFADC678CFB}" presName="parTx" presStyleLbl="revTx" presStyleIdx="0" presStyleCnt="7">
        <dgm:presLayoutVars>
          <dgm:chMax val="0"/>
          <dgm:chPref val="0"/>
        </dgm:presLayoutVars>
      </dgm:prSet>
      <dgm:spPr/>
    </dgm:pt>
    <dgm:pt modelId="{F220AE39-88B7-4FB0-98AB-F3DF9EA296A3}" type="pres">
      <dgm:prSet presAssocID="{72BBC4A3-C093-43B4-B5AD-931A1A558944}" presName="sibTrans" presStyleCnt="0"/>
      <dgm:spPr/>
    </dgm:pt>
    <dgm:pt modelId="{B093C37F-D6F5-4B8D-B1E6-40993F32F431}" type="pres">
      <dgm:prSet presAssocID="{3F04FB26-994E-4D03-B338-6F67FBDC1179}" presName="compNode" presStyleCnt="0"/>
      <dgm:spPr/>
    </dgm:pt>
    <dgm:pt modelId="{67E1D07C-5569-466C-8ABF-B8E68600C038}" type="pres">
      <dgm:prSet presAssocID="{3F04FB26-994E-4D03-B338-6F67FBDC1179}" presName="bgRect" presStyleLbl="bgShp" presStyleIdx="1" presStyleCnt="7"/>
      <dgm:spPr/>
    </dgm:pt>
    <dgm:pt modelId="{AE95789B-0339-4A15-B298-62168D0995B4}" type="pres">
      <dgm:prSet presAssocID="{3F04FB26-994E-4D03-B338-6F67FBDC1179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A51A6B0D-3D6B-4D73-9E90-49FA37056102}" type="pres">
      <dgm:prSet presAssocID="{3F04FB26-994E-4D03-B338-6F67FBDC1179}" presName="spaceRect" presStyleCnt="0"/>
      <dgm:spPr/>
    </dgm:pt>
    <dgm:pt modelId="{A1FB2CB8-E455-43D2-9EA1-E139F4764037}" type="pres">
      <dgm:prSet presAssocID="{3F04FB26-994E-4D03-B338-6F67FBDC1179}" presName="parTx" presStyleLbl="revTx" presStyleIdx="1" presStyleCnt="7">
        <dgm:presLayoutVars>
          <dgm:chMax val="0"/>
          <dgm:chPref val="0"/>
        </dgm:presLayoutVars>
      </dgm:prSet>
      <dgm:spPr/>
    </dgm:pt>
    <dgm:pt modelId="{9264B414-B3CC-41C1-AFED-6FF1F398EFB0}" type="pres">
      <dgm:prSet presAssocID="{E75D6C29-2C36-494C-9969-76DBA532C5BC}" presName="sibTrans" presStyleCnt="0"/>
      <dgm:spPr/>
    </dgm:pt>
    <dgm:pt modelId="{E69F779C-D567-4E75-88AD-E61AD22E1707}" type="pres">
      <dgm:prSet presAssocID="{5F10967A-8FC9-4260-BEB5-7CBCF8F538C5}" presName="compNode" presStyleCnt="0"/>
      <dgm:spPr/>
    </dgm:pt>
    <dgm:pt modelId="{9B4DE3C2-774C-4764-A0C0-54585F62D803}" type="pres">
      <dgm:prSet presAssocID="{5F10967A-8FC9-4260-BEB5-7CBCF8F538C5}" presName="bgRect" presStyleLbl="bgShp" presStyleIdx="2" presStyleCnt="7"/>
      <dgm:spPr/>
    </dgm:pt>
    <dgm:pt modelId="{D86C87FC-50C6-4CA5-8025-A60ABBEC523A}" type="pres">
      <dgm:prSet presAssocID="{5F10967A-8FC9-4260-BEB5-7CBCF8F538C5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7FD03DDD-F6B6-40AB-BE37-E2E99660E2C0}" type="pres">
      <dgm:prSet presAssocID="{5F10967A-8FC9-4260-BEB5-7CBCF8F538C5}" presName="spaceRect" presStyleCnt="0"/>
      <dgm:spPr/>
    </dgm:pt>
    <dgm:pt modelId="{494694E1-2EE1-4D2D-8D85-11B5845195AB}" type="pres">
      <dgm:prSet presAssocID="{5F10967A-8FC9-4260-BEB5-7CBCF8F538C5}" presName="parTx" presStyleLbl="revTx" presStyleIdx="2" presStyleCnt="7">
        <dgm:presLayoutVars>
          <dgm:chMax val="0"/>
          <dgm:chPref val="0"/>
        </dgm:presLayoutVars>
      </dgm:prSet>
      <dgm:spPr/>
    </dgm:pt>
    <dgm:pt modelId="{B866456E-29E8-441C-9DAC-6036ABA270F7}" type="pres">
      <dgm:prSet presAssocID="{75EAA10D-334B-45BF-8282-189686783E22}" presName="sibTrans" presStyleCnt="0"/>
      <dgm:spPr/>
    </dgm:pt>
    <dgm:pt modelId="{7A969772-DDA0-4917-8374-09171E65C5D1}" type="pres">
      <dgm:prSet presAssocID="{D3F1F523-654B-4AA7-B1FA-6D8213173872}" presName="compNode" presStyleCnt="0"/>
      <dgm:spPr/>
    </dgm:pt>
    <dgm:pt modelId="{F54FC367-8AC1-48AD-A8DD-345BC953EEF7}" type="pres">
      <dgm:prSet presAssocID="{D3F1F523-654B-4AA7-B1FA-6D8213173872}" presName="bgRect" presStyleLbl="bgShp" presStyleIdx="3" presStyleCnt="7"/>
      <dgm:spPr/>
    </dgm:pt>
    <dgm:pt modelId="{6CC2A1EC-D625-4E40-A927-D99DE21B6BF0}" type="pres">
      <dgm:prSet presAssocID="{D3F1F523-654B-4AA7-B1FA-6D8213173872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lar system"/>
        </a:ext>
      </dgm:extLst>
    </dgm:pt>
    <dgm:pt modelId="{3C9B85EA-EFE5-466D-80D0-4AA107F4F4C6}" type="pres">
      <dgm:prSet presAssocID="{D3F1F523-654B-4AA7-B1FA-6D8213173872}" presName="spaceRect" presStyleCnt="0"/>
      <dgm:spPr/>
    </dgm:pt>
    <dgm:pt modelId="{E1D61C0C-675D-4859-B734-8FDE03906857}" type="pres">
      <dgm:prSet presAssocID="{D3F1F523-654B-4AA7-B1FA-6D8213173872}" presName="parTx" presStyleLbl="revTx" presStyleIdx="3" presStyleCnt="7">
        <dgm:presLayoutVars>
          <dgm:chMax val="0"/>
          <dgm:chPref val="0"/>
        </dgm:presLayoutVars>
      </dgm:prSet>
      <dgm:spPr/>
    </dgm:pt>
    <dgm:pt modelId="{223528A8-A5CB-423C-969B-ADFE6BC818BB}" type="pres">
      <dgm:prSet presAssocID="{67FF6C5E-3267-402B-9864-33130F0EEAF9}" presName="sibTrans" presStyleCnt="0"/>
      <dgm:spPr/>
    </dgm:pt>
    <dgm:pt modelId="{5086A957-2548-425D-9645-6949D0561D16}" type="pres">
      <dgm:prSet presAssocID="{73277CC4-4E28-4626-AD0B-D9941DDAB6AB}" presName="compNode" presStyleCnt="0"/>
      <dgm:spPr/>
    </dgm:pt>
    <dgm:pt modelId="{B649039D-CF71-499E-A247-0254CF014C09}" type="pres">
      <dgm:prSet presAssocID="{73277CC4-4E28-4626-AD0B-D9941DDAB6AB}" presName="bgRect" presStyleLbl="bgShp" presStyleIdx="4" presStyleCnt="7"/>
      <dgm:spPr/>
    </dgm:pt>
    <dgm:pt modelId="{92B29636-4A99-4283-87FB-A7F56B40B2D7}" type="pres">
      <dgm:prSet presAssocID="{73277CC4-4E28-4626-AD0B-D9941DDAB6AB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EABCC994-2C2C-4D45-950E-AA66B3A4B14D}" type="pres">
      <dgm:prSet presAssocID="{73277CC4-4E28-4626-AD0B-D9941DDAB6AB}" presName="spaceRect" presStyleCnt="0"/>
      <dgm:spPr/>
    </dgm:pt>
    <dgm:pt modelId="{2BA26F19-1E53-4E78-B9D4-1FC727776843}" type="pres">
      <dgm:prSet presAssocID="{73277CC4-4E28-4626-AD0B-D9941DDAB6AB}" presName="parTx" presStyleLbl="revTx" presStyleIdx="4" presStyleCnt="7">
        <dgm:presLayoutVars>
          <dgm:chMax val="0"/>
          <dgm:chPref val="0"/>
        </dgm:presLayoutVars>
      </dgm:prSet>
      <dgm:spPr/>
    </dgm:pt>
    <dgm:pt modelId="{C3E68F65-793B-4602-A4DB-0DE567F9B2FF}" type="pres">
      <dgm:prSet presAssocID="{BCF2643D-3E31-4045-8B0A-7AD58E242D9F}" presName="sibTrans" presStyleCnt="0"/>
      <dgm:spPr/>
    </dgm:pt>
    <dgm:pt modelId="{1C4FA900-A684-47F0-918A-544B8C94A840}" type="pres">
      <dgm:prSet presAssocID="{DEAE5A47-1E79-4F40-90EC-7EB9F84E7D15}" presName="compNode" presStyleCnt="0"/>
      <dgm:spPr/>
    </dgm:pt>
    <dgm:pt modelId="{6C936AFE-2192-4C42-8D33-FFE6989174FC}" type="pres">
      <dgm:prSet presAssocID="{DEAE5A47-1E79-4F40-90EC-7EB9F84E7D15}" presName="bgRect" presStyleLbl="bgShp" presStyleIdx="5" presStyleCnt="7"/>
      <dgm:spPr/>
    </dgm:pt>
    <dgm:pt modelId="{F3A11C99-DEF0-4EEE-869A-0665142ED488}" type="pres">
      <dgm:prSet presAssocID="{DEAE5A47-1E79-4F40-90EC-7EB9F84E7D15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7F2FB351-6BF3-41E5-AAFC-F48E2D7F2139}" type="pres">
      <dgm:prSet presAssocID="{DEAE5A47-1E79-4F40-90EC-7EB9F84E7D15}" presName="spaceRect" presStyleCnt="0"/>
      <dgm:spPr/>
    </dgm:pt>
    <dgm:pt modelId="{526A5D9A-F8AB-4042-9DD4-ADC6EED8C0EE}" type="pres">
      <dgm:prSet presAssocID="{DEAE5A47-1E79-4F40-90EC-7EB9F84E7D15}" presName="parTx" presStyleLbl="revTx" presStyleIdx="5" presStyleCnt="7">
        <dgm:presLayoutVars>
          <dgm:chMax val="0"/>
          <dgm:chPref val="0"/>
        </dgm:presLayoutVars>
      </dgm:prSet>
      <dgm:spPr/>
    </dgm:pt>
    <dgm:pt modelId="{FB0F4366-39C7-4EA8-90F2-F2D93D479D2C}" type="pres">
      <dgm:prSet presAssocID="{6278C05D-FCB5-4C27-88D1-93632DB69276}" presName="sibTrans" presStyleCnt="0"/>
      <dgm:spPr/>
    </dgm:pt>
    <dgm:pt modelId="{6342265D-5F03-4A3A-94EA-8B7C05854C18}" type="pres">
      <dgm:prSet presAssocID="{4644FADA-AD81-46D3-B0DB-49FD3E660454}" presName="compNode" presStyleCnt="0"/>
      <dgm:spPr/>
    </dgm:pt>
    <dgm:pt modelId="{ECA06A0F-036A-4AD7-B52C-7A6CFF5016CE}" type="pres">
      <dgm:prSet presAssocID="{4644FADA-AD81-46D3-B0DB-49FD3E660454}" presName="bgRect" presStyleLbl="bgShp" presStyleIdx="6" presStyleCnt="7"/>
      <dgm:spPr/>
    </dgm:pt>
    <dgm:pt modelId="{078E21E4-0796-4366-A09F-545EDA073925}" type="pres">
      <dgm:prSet presAssocID="{4644FADA-AD81-46D3-B0DB-49FD3E660454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60E4521B-53C9-4971-B5E4-BF5BF98EAEFE}" type="pres">
      <dgm:prSet presAssocID="{4644FADA-AD81-46D3-B0DB-49FD3E660454}" presName="spaceRect" presStyleCnt="0"/>
      <dgm:spPr/>
    </dgm:pt>
    <dgm:pt modelId="{CD80E940-1364-4C47-B431-E87E047D0158}" type="pres">
      <dgm:prSet presAssocID="{4644FADA-AD81-46D3-B0DB-49FD3E660454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B220DB02-2FD3-48D6-802C-F4A4CA992094}" type="presOf" srcId="{4644FADA-AD81-46D3-B0DB-49FD3E660454}" destId="{CD80E940-1364-4C47-B431-E87E047D0158}" srcOrd="0" destOrd="0" presId="urn:microsoft.com/office/officeart/2018/2/layout/IconVerticalSolidList"/>
    <dgm:cxn modelId="{954C5203-0F21-4A65-B0A7-E2E64CC3A130}" type="presOf" srcId="{5F10967A-8FC9-4260-BEB5-7CBCF8F538C5}" destId="{494694E1-2EE1-4D2D-8D85-11B5845195AB}" srcOrd="0" destOrd="0" presId="urn:microsoft.com/office/officeart/2018/2/layout/IconVerticalSolidList"/>
    <dgm:cxn modelId="{2ADC1614-2011-4C86-AA2B-B2CE0202B697}" srcId="{FF767622-0557-46A7-A14B-10A841A563E2}" destId="{DEAE5A47-1E79-4F40-90EC-7EB9F84E7D15}" srcOrd="5" destOrd="0" parTransId="{585F466F-32D6-4DE3-9620-D9ECE9F50681}" sibTransId="{6278C05D-FCB5-4C27-88D1-93632DB69276}"/>
    <dgm:cxn modelId="{776C201A-A882-4D78-8607-90531BDFF2E4}" srcId="{FF767622-0557-46A7-A14B-10A841A563E2}" destId="{5F10967A-8FC9-4260-BEB5-7CBCF8F538C5}" srcOrd="2" destOrd="0" parTransId="{251CDDDB-7EDD-41B8-BF79-958E9EA296F8}" sibTransId="{75EAA10D-334B-45BF-8282-189686783E22}"/>
    <dgm:cxn modelId="{606CD034-CACF-42D7-B4F7-07F59034850F}" srcId="{FF767622-0557-46A7-A14B-10A841A563E2}" destId="{740850B1-736F-4D35-AA14-CAFADC678CFB}" srcOrd="0" destOrd="0" parTransId="{596C88EA-F46E-48BE-B2F3-E187C4CD6D87}" sibTransId="{72BBC4A3-C093-43B4-B5AD-931A1A558944}"/>
    <dgm:cxn modelId="{7038173C-147F-485C-AF72-5C112D29BC7E}" type="presOf" srcId="{740850B1-736F-4D35-AA14-CAFADC678CFB}" destId="{812A553E-23B8-4BBB-9C6A-76C89CEE9187}" srcOrd="0" destOrd="0" presId="urn:microsoft.com/office/officeart/2018/2/layout/IconVerticalSolidList"/>
    <dgm:cxn modelId="{7A77B769-096A-4015-8DA2-189EAE5B20DC}" type="presOf" srcId="{3F04FB26-994E-4D03-B338-6F67FBDC1179}" destId="{A1FB2CB8-E455-43D2-9EA1-E139F4764037}" srcOrd="0" destOrd="0" presId="urn:microsoft.com/office/officeart/2018/2/layout/IconVerticalSolidList"/>
    <dgm:cxn modelId="{A653A46E-3BFE-4546-AC47-EC596C7253EF}" srcId="{FF767622-0557-46A7-A14B-10A841A563E2}" destId="{4644FADA-AD81-46D3-B0DB-49FD3E660454}" srcOrd="6" destOrd="0" parTransId="{20AB60D7-4D96-41A4-9988-A41C1613F2D2}" sibTransId="{7F3464C0-3CCC-46E6-A91C-AC0ED69C8EB7}"/>
    <dgm:cxn modelId="{B0D16890-4C8D-4772-8115-AFA040C86FA4}" srcId="{FF767622-0557-46A7-A14B-10A841A563E2}" destId="{3F04FB26-994E-4D03-B338-6F67FBDC1179}" srcOrd="1" destOrd="0" parTransId="{1F5DFA03-F043-49C5-8B0B-A427291A9441}" sibTransId="{E75D6C29-2C36-494C-9969-76DBA532C5BC}"/>
    <dgm:cxn modelId="{473E2D91-0A2A-4C8E-A4CB-9661468608CC}" srcId="{FF767622-0557-46A7-A14B-10A841A563E2}" destId="{D3F1F523-654B-4AA7-B1FA-6D8213173872}" srcOrd="3" destOrd="0" parTransId="{9E52CB1C-559E-4761-8DF1-02B34AF5511B}" sibTransId="{67FF6C5E-3267-402B-9864-33130F0EEAF9}"/>
    <dgm:cxn modelId="{6BE25395-6D8F-427A-A7B2-F48B9BEF0DE1}" type="presOf" srcId="{73277CC4-4E28-4626-AD0B-D9941DDAB6AB}" destId="{2BA26F19-1E53-4E78-B9D4-1FC727776843}" srcOrd="0" destOrd="0" presId="urn:microsoft.com/office/officeart/2018/2/layout/IconVerticalSolidList"/>
    <dgm:cxn modelId="{E65DAFB2-EDBC-4C56-8B2F-B55F5DE04712}" type="presOf" srcId="{FF767622-0557-46A7-A14B-10A841A563E2}" destId="{B6F3B82E-3A49-49F0-B4D4-964FD6E59D39}" srcOrd="0" destOrd="0" presId="urn:microsoft.com/office/officeart/2018/2/layout/IconVerticalSolidList"/>
    <dgm:cxn modelId="{36DE46B5-F1D1-4040-95EA-1F67B39A76D6}" type="presOf" srcId="{D3F1F523-654B-4AA7-B1FA-6D8213173872}" destId="{E1D61C0C-675D-4859-B734-8FDE03906857}" srcOrd="0" destOrd="0" presId="urn:microsoft.com/office/officeart/2018/2/layout/IconVerticalSolidList"/>
    <dgm:cxn modelId="{F5BB9CEF-B673-4AB9-980E-33933A2867FD}" type="presOf" srcId="{DEAE5A47-1E79-4F40-90EC-7EB9F84E7D15}" destId="{526A5D9A-F8AB-4042-9DD4-ADC6EED8C0EE}" srcOrd="0" destOrd="0" presId="urn:microsoft.com/office/officeart/2018/2/layout/IconVerticalSolidList"/>
    <dgm:cxn modelId="{D6C7FCF1-E7C2-4D65-9711-225D192E9ADF}" srcId="{FF767622-0557-46A7-A14B-10A841A563E2}" destId="{73277CC4-4E28-4626-AD0B-D9941DDAB6AB}" srcOrd="4" destOrd="0" parTransId="{E84A0F23-66CF-4A25-AFB7-30C8B2458FEF}" sibTransId="{BCF2643D-3E31-4045-8B0A-7AD58E242D9F}"/>
    <dgm:cxn modelId="{AC3E7459-9C50-4BB3-96A9-E388A70D0B3E}" type="presParOf" srcId="{B6F3B82E-3A49-49F0-B4D4-964FD6E59D39}" destId="{CBC520E3-A7B0-4BED-BB29-BE5CE3C73DC4}" srcOrd="0" destOrd="0" presId="urn:microsoft.com/office/officeart/2018/2/layout/IconVerticalSolidList"/>
    <dgm:cxn modelId="{E2788707-1043-4BD6-9770-F49DFFC050B2}" type="presParOf" srcId="{CBC520E3-A7B0-4BED-BB29-BE5CE3C73DC4}" destId="{07F9926A-960A-4F14-9FA7-CB98D69971AE}" srcOrd="0" destOrd="0" presId="urn:microsoft.com/office/officeart/2018/2/layout/IconVerticalSolidList"/>
    <dgm:cxn modelId="{ED3ADA65-0124-4B58-8A9C-E6996E3DCB37}" type="presParOf" srcId="{CBC520E3-A7B0-4BED-BB29-BE5CE3C73DC4}" destId="{491A760B-C2AB-45AC-88EA-A3A79FB80761}" srcOrd="1" destOrd="0" presId="urn:microsoft.com/office/officeart/2018/2/layout/IconVerticalSolidList"/>
    <dgm:cxn modelId="{2EBF6787-8816-4FF9-B135-C05571D062D7}" type="presParOf" srcId="{CBC520E3-A7B0-4BED-BB29-BE5CE3C73DC4}" destId="{0E58D8FF-EC2E-49BD-B660-09D7BBF774D8}" srcOrd="2" destOrd="0" presId="urn:microsoft.com/office/officeart/2018/2/layout/IconVerticalSolidList"/>
    <dgm:cxn modelId="{A7CA2797-91EF-48CC-8B32-74BC9F271534}" type="presParOf" srcId="{CBC520E3-A7B0-4BED-BB29-BE5CE3C73DC4}" destId="{812A553E-23B8-4BBB-9C6A-76C89CEE9187}" srcOrd="3" destOrd="0" presId="urn:microsoft.com/office/officeart/2018/2/layout/IconVerticalSolidList"/>
    <dgm:cxn modelId="{E2462B48-F80C-4CB1-B976-D84E3F780F02}" type="presParOf" srcId="{B6F3B82E-3A49-49F0-B4D4-964FD6E59D39}" destId="{F220AE39-88B7-4FB0-98AB-F3DF9EA296A3}" srcOrd="1" destOrd="0" presId="urn:microsoft.com/office/officeart/2018/2/layout/IconVerticalSolidList"/>
    <dgm:cxn modelId="{3A00C857-0E40-4A7F-8ECF-E433F86D21DB}" type="presParOf" srcId="{B6F3B82E-3A49-49F0-B4D4-964FD6E59D39}" destId="{B093C37F-D6F5-4B8D-B1E6-40993F32F431}" srcOrd="2" destOrd="0" presId="urn:microsoft.com/office/officeart/2018/2/layout/IconVerticalSolidList"/>
    <dgm:cxn modelId="{9FBDB186-F473-4247-982A-9E10EDA454DA}" type="presParOf" srcId="{B093C37F-D6F5-4B8D-B1E6-40993F32F431}" destId="{67E1D07C-5569-466C-8ABF-B8E68600C038}" srcOrd="0" destOrd="0" presId="urn:microsoft.com/office/officeart/2018/2/layout/IconVerticalSolidList"/>
    <dgm:cxn modelId="{273DA180-BE88-4F79-8131-2143C9964722}" type="presParOf" srcId="{B093C37F-D6F5-4B8D-B1E6-40993F32F431}" destId="{AE95789B-0339-4A15-B298-62168D0995B4}" srcOrd="1" destOrd="0" presId="urn:microsoft.com/office/officeart/2018/2/layout/IconVerticalSolidList"/>
    <dgm:cxn modelId="{F51A9603-169D-4349-A59C-5E7E57461EA3}" type="presParOf" srcId="{B093C37F-D6F5-4B8D-B1E6-40993F32F431}" destId="{A51A6B0D-3D6B-4D73-9E90-49FA37056102}" srcOrd="2" destOrd="0" presId="urn:microsoft.com/office/officeart/2018/2/layout/IconVerticalSolidList"/>
    <dgm:cxn modelId="{CC644A36-602F-4970-A460-C7819A64A726}" type="presParOf" srcId="{B093C37F-D6F5-4B8D-B1E6-40993F32F431}" destId="{A1FB2CB8-E455-43D2-9EA1-E139F4764037}" srcOrd="3" destOrd="0" presId="urn:microsoft.com/office/officeart/2018/2/layout/IconVerticalSolidList"/>
    <dgm:cxn modelId="{A9F1EAA3-9C92-4965-957D-0B10AB5F18D4}" type="presParOf" srcId="{B6F3B82E-3A49-49F0-B4D4-964FD6E59D39}" destId="{9264B414-B3CC-41C1-AFED-6FF1F398EFB0}" srcOrd="3" destOrd="0" presId="urn:microsoft.com/office/officeart/2018/2/layout/IconVerticalSolidList"/>
    <dgm:cxn modelId="{A4263223-0168-45A5-9361-738AFB545663}" type="presParOf" srcId="{B6F3B82E-3A49-49F0-B4D4-964FD6E59D39}" destId="{E69F779C-D567-4E75-88AD-E61AD22E1707}" srcOrd="4" destOrd="0" presId="urn:microsoft.com/office/officeart/2018/2/layout/IconVerticalSolidList"/>
    <dgm:cxn modelId="{FDE27FFF-3B0E-4787-A875-D7EE27BAB9D6}" type="presParOf" srcId="{E69F779C-D567-4E75-88AD-E61AD22E1707}" destId="{9B4DE3C2-774C-4764-A0C0-54585F62D803}" srcOrd="0" destOrd="0" presId="urn:microsoft.com/office/officeart/2018/2/layout/IconVerticalSolidList"/>
    <dgm:cxn modelId="{627528F7-7EE3-41CD-B1FA-1A51A0581C4A}" type="presParOf" srcId="{E69F779C-D567-4E75-88AD-E61AD22E1707}" destId="{D86C87FC-50C6-4CA5-8025-A60ABBEC523A}" srcOrd="1" destOrd="0" presId="urn:microsoft.com/office/officeart/2018/2/layout/IconVerticalSolidList"/>
    <dgm:cxn modelId="{B52534B1-F269-482E-8612-98EB18B52618}" type="presParOf" srcId="{E69F779C-D567-4E75-88AD-E61AD22E1707}" destId="{7FD03DDD-F6B6-40AB-BE37-E2E99660E2C0}" srcOrd="2" destOrd="0" presId="urn:microsoft.com/office/officeart/2018/2/layout/IconVerticalSolidList"/>
    <dgm:cxn modelId="{DA61B3C6-B58F-48AC-B047-6B29D780A97A}" type="presParOf" srcId="{E69F779C-D567-4E75-88AD-E61AD22E1707}" destId="{494694E1-2EE1-4D2D-8D85-11B5845195AB}" srcOrd="3" destOrd="0" presId="urn:microsoft.com/office/officeart/2018/2/layout/IconVerticalSolidList"/>
    <dgm:cxn modelId="{87B3F540-7089-4E57-8464-3326CC505B15}" type="presParOf" srcId="{B6F3B82E-3A49-49F0-B4D4-964FD6E59D39}" destId="{B866456E-29E8-441C-9DAC-6036ABA270F7}" srcOrd="5" destOrd="0" presId="urn:microsoft.com/office/officeart/2018/2/layout/IconVerticalSolidList"/>
    <dgm:cxn modelId="{B7AFB8E9-4D8C-4D03-B340-8FD0E52430AF}" type="presParOf" srcId="{B6F3B82E-3A49-49F0-B4D4-964FD6E59D39}" destId="{7A969772-DDA0-4917-8374-09171E65C5D1}" srcOrd="6" destOrd="0" presId="urn:microsoft.com/office/officeart/2018/2/layout/IconVerticalSolidList"/>
    <dgm:cxn modelId="{017E4BFE-B9DF-4CC0-9E78-8C73AE2E9BF9}" type="presParOf" srcId="{7A969772-DDA0-4917-8374-09171E65C5D1}" destId="{F54FC367-8AC1-48AD-A8DD-345BC953EEF7}" srcOrd="0" destOrd="0" presId="urn:microsoft.com/office/officeart/2018/2/layout/IconVerticalSolidList"/>
    <dgm:cxn modelId="{5E71A018-3897-4A7D-8E26-EBAA3F2A6A96}" type="presParOf" srcId="{7A969772-DDA0-4917-8374-09171E65C5D1}" destId="{6CC2A1EC-D625-4E40-A927-D99DE21B6BF0}" srcOrd="1" destOrd="0" presId="urn:microsoft.com/office/officeart/2018/2/layout/IconVerticalSolidList"/>
    <dgm:cxn modelId="{2212744B-CF88-4C68-BBC9-61641CAB77B7}" type="presParOf" srcId="{7A969772-DDA0-4917-8374-09171E65C5D1}" destId="{3C9B85EA-EFE5-466D-80D0-4AA107F4F4C6}" srcOrd="2" destOrd="0" presId="urn:microsoft.com/office/officeart/2018/2/layout/IconVerticalSolidList"/>
    <dgm:cxn modelId="{AF24FBCF-0250-4D1B-BC25-30A9CBF9F036}" type="presParOf" srcId="{7A969772-DDA0-4917-8374-09171E65C5D1}" destId="{E1D61C0C-675D-4859-B734-8FDE03906857}" srcOrd="3" destOrd="0" presId="urn:microsoft.com/office/officeart/2018/2/layout/IconVerticalSolidList"/>
    <dgm:cxn modelId="{AA905980-7CB1-4B1D-835F-25447718D226}" type="presParOf" srcId="{B6F3B82E-3A49-49F0-B4D4-964FD6E59D39}" destId="{223528A8-A5CB-423C-969B-ADFE6BC818BB}" srcOrd="7" destOrd="0" presId="urn:microsoft.com/office/officeart/2018/2/layout/IconVerticalSolidList"/>
    <dgm:cxn modelId="{44C67FEE-EFEB-4C8E-824E-05E3B7030D0E}" type="presParOf" srcId="{B6F3B82E-3A49-49F0-B4D4-964FD6E59D39}" destId="{5086A957-2548-425D-9645-6949D0561D16}" srcOrd="8" destOrd="0" presId="urn:microsoft.com/office/officeart/2018/2/layout/IconVerticalSolidList"/>
    <dgm:cxn modelId="{E05AE393-9D2A-40E9-9FD5-3AA2E1E1BD5D}" type="presParOf" srcId="{5086A957-2548-425D-9645-6949D0561D16}" destId="{B649039D-CF71-499E-A247-0254CF014C09}" srcOrd="0" destOrd="0" presId="urn:microsoft.com/office/officeart/2018/2/layout/IconVerticalSolidList"/>
    <dgm:cxn modelId="{36BB71AF-7CD6-4D7F-B7E5-3314D5D5DB77}" type="presParOf" srcId="{5086A957-2548-425D-9645-6949D0561D16}" destId="{92B29636-4A99-4283-87FB-A7F56B40B2D7}" srcOrd="1" destOrd="0" presId="urn:microsoft.com/office/officeart/2018/2/layout/IconVerticalSolidList"/>
    <dgm:cxn modelId="{3A6D9FE4-A4FE-4F6C-ADE5-F54279BDC9F8}" type="presParOf" srcId="{5086A957-2548-425D-9645-6949D0561D16}" destId="{EABCC994-2C2C-4D45-950E-AA66B3A4B14D}" srcOrd="2" destOrd="0" presId="urn:microsoft.com/office/officeart/2018/2/layout/IconVerticalSolidList"/>
    <dgm:cxn modelId="{1D347651-C511-49FB-9940-F1A906B92FF8}" type="presParOf" srcId="{5086A957-2548-425D-9645-6949D0561D16}" destId="{2BA26F19-1E53-4E78-B9D4-1FC727776843}" srcOrd="3" destOrd="0" presId="urn:microsoft.com/office/officeart/2018/2/layout/IconVerticalSolidList"/>
    <dgm:cxn modelId="{BA656577-DBD3-4D60-947F-6AB588664E5B}" type="presParOf" srcId="{B6F3B82E-3A49-49F0-B4D4-964FD6E59D39}" destId="{C3E68F65-793B-4602-A4DB-0DE567F9B2FF}" srcOrd="9" destOrd="0" presId="urn:microsoft.com/office/officeart/2018/2/layout/IconVerticalSolidList"/>
    <dgm:cxn modelId="{52BFF4AF-5603-4971-9A4C-CF029F23E9D9}" type="presParOf" srcId="{B6F3B82E-3A49-49F0-B4D4-964FD6E59D39}" destId="{1C4FA900-A684-47F0-918A-544B8C94A840}" srcOrd="10" destOrd="0" presId="urn:microsoft.com/office/officeart/2018/2/layout/IconVerticalSolidList"/>
    <dgm:cxn modelId="{4139C209-4E29-4B04-82B7-3C3B0FF2937F}" type="presParOf" srcId="{1C4FA900-A684-47F0-918A-544B8C94A840}" destId="{6C936AFE-2192-4C42-8D33-FFE6989174FC}" srcOrd="0" destOrd="0" presId="urn:microsoft.com/office/officeart/2018/2/layout/IconVerticalSolidList"/>
    <dgm:cxn modelId="{5D5E24CF-FCAD-446D-96D8-B5FD308EA3E5}" type="presParOf" srcId="{1C4FA900-A684-47F0-918A-544B8C94A840}" destId="{F3A11C99-DEF0-4EEE-869A-0665142ED488}" srcOrd="1" destOrd="0" presId="urn:microsoft.com/office/officeart/2018/2/layout/IconVerticalSolidList"/>
    <dgm:cxn modelId="{69729406-579A-4271-BA1D-8254B115CEA4}" type="presParOf" srcId="{1C4FA900-A684-47F0-918A-544B8C94A840}" destId="{7F2FB351-6BF3-41E5-AAFC-F48E2D7F2139}" srcOrd="2" destOrd="0" presId="urn:microsoft.com/office/officeart/2018/2/layout/IconVerticalSolidList"/>
    <dgm:cxn modelId="{62F983EC-F807-4362-A140-AA1E2D384E75}" type="presParOf" srcId="{1C4FA900-A684-47F0-918A-544B8C94A840}" destId="{526A5D9A-F8AB-4042-9DD4-ADC6EED8C0EE}" srcOrd="3" destOrd="0" presId="urn:microsoft.com/office/officeart/2018/2/layout/IconVerticalSolidList"/>
    <dgm:cxn modelId="{78BCCEAC-061A-4EA7-B155-998569B350F7}" type="presParOf" srcId="{B6F3B82E-3A49-49F0-B4D4-964FD6E59D39}" destId="{FB0F4366-39C7-4EA8-90F2-F2D93D479D2C}" srcOrd="11" destOrd="0" presId="urn:microsoft.com/office/officeart/2018/2/layout/IconVerticalSolidList"/>
    <dgm:cxn modelId="{A4010442-A737-4593-89FD-64A51C75F9B3}" type="presParOf" srcId="{B6F3B82E-3A49-49F0-B4D4-964FD6E59D39}" destId="{6342265D-5F03-4A3A-94EA-8B7C05854C18}" srcOrd="12" destOrd="0" presId="urn:microsoft.com/office/officeart/2018/2/layout/IconVerticalSolidList"/>
    <dgm:cxn modelId="{B49846FA-90C9-4109-A20A-BA2B6249646C}" type="presParOf" srcId="{6342265D-5F03-4A3A-94EA-8B7C05854C18}" destId="{ECA06A0F-036A-4AD7-B52C-7A6CFF5016CE}" srcOrd="0" destOrd="0" presId="urn:microsoft.com/office/officeart/2018/2/layout/IconVerticalSolidList"/>
    <dgm:cxn modelId="{0CEF2699-3993-465F-AE39-C661EC7787C5}" type="presParOf" srcId="{6342265D-5F03-4A3A-94EA-8B7C05854C18}" destId="{078E21E4-0796-4366-A09F-545EDA073925}" srcOrd="1" destOrd="0" presId="urn:microsoft.com/office/officeart/2018/2/layout/IconVerticalSolidList"/>
    <dgm:cxn modelId="{D3124C88-8887-40C2-8A9D-40FCAA7A1CF7}" type="presParOf" srcId="{6342265D-5F03-4A3A-94EA-8B7C05854C18}" destId="{60E4521B-53C9-4971-B5E4-BF5BF98EAEFE}" srcOrd="2" destOrd="0" presId="urn:microsoft.com/office/officeart/2018/2/layout/IconVerticalSolidList"/>
    <dgm:cxn modelId="{26CFEA29-4AEA-4E7D-9318-3F829DF89146}" type="presParOf" srcId="{6342265D-5F03-4A3A-94EA-8B7C05854C18}" destId="{CD80E940-1364-4C47-B431-E87E047D015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5C0A26D-EE5B-4A9A-8102-001D7B14716D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6DFB1A4-E10B-4E6D-8E39-96E3AF3984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Semiconductors: Controlled conductivity materials</a:t>
          </a:r>
        </a:p>
      </dgm:t>
    </dgm:pt>
    <dgm:pt modelId="{5EAA3C56-5424-451F-BF0A-672A789B484A}" type="parTrans" cxnId="{8865F341-A7E9-494A-9CA6-A2FAB3EDC6A1}">
      <dgm:prSet/>
      <dgm:spPr/>
      <dgm:t>
        <a:bodyPr/>
        <a:lstStyle/>
        <a:p>
          <a:endParaRPr lang="en-US"/>
        </a:p>
      </dgm:t>
    </dgm:pt>
    <dgm:pt modelId="{3C3F43CF-15A1-40E0-AAD2-1F66E8693097}" type="sibTrans" cxnId="{8865F341-A7E9-494A-9CA6-A2FAB3EDC6A1}">
      <dgm:prSet/>
      <dgm:spPr/>
      <dgm:t>
        <a:bodyPr/>
        <a:lstStyle/>
        <a:p>
          <a:endParaRPr lang="en-US"/>
        </a:p>
      </dgm:t>
    </dgm:pt>
    <dgm:pt modelId="{E540D32D-2006-4D1D-9F29-2AF2656669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Essential for modern electronics</a:t>
          </a:r>
        </a:p>
      </dgm:t>
    </dgm:pt>
    <dgm:pt modelId="{AD4B5B58-C439-4C5C-B770-1E13E0CA530E}" type="parTrans" cxnId="{A7DAD72E-7589-40E6-BD0E-8F7D91FC6EF6}">
      <dgm:prSet/>
      <dgm:spPr/>
      <dgm:t>
        <a:bodyPr/>
        <a:lstStyle/>
        <a:p>
          <a:endParaRPr lang="en-US"/>
        </a:p>
      </dgm:t>
    </dgm:pt>
    <dgm:pt modelId="{37148B17-3C5E-483A-ADDD-3DE952370727}" type="sibTrans" cxnId="{A7DAD72E-7589-40E6-BD0E-8F7D91FC6EF6}">
      <dgm:prSet/>
      <dgm:spPr/>
      <dgm:t>
        <a:bodyPr/>
        <a:lstStyle/>
        <a:p>
          <a:endParaRPr lang="en-US"/>
        </a:p>
      </dgm:t>
    </dgm:pt>
    <dgm:pt modelId="{4F878F9C-ECD4-49C2-ABBB-AE702C34D5CF}" type="pres">
      <dgm:prSet presAssocID="{15C0A26D-EE5B-4A9A-8102-001D7B14716D}" presName="root" presStyleCnt="0">
        <dgm:presLayoutVars>
          <dgm:dir/>
          <dgm:resizeHandles val="exact"/>
        </dgm:presLayoutVars>
      </dgm:prSet>
      <dgm:spPr/>
    </dgm:pt>
    <dgm:pt modelId="{B4C8220B-1CA8-46E0-A10E-2765B5CA71A9}" type="pres">
      <dgm:prSet presAssocID="{F6DFB1A4-E10B-4E6D-8E39-96E3AF3984FA}" presName="compNode" presStyleCnt="0"/>
      <dgm:spPr/>
    </dgm:pt>
    <dgm:pt modelId="{5EF1CA8C-83AE-4826-8160-DFB80125D6E4}" type="pres">
      <dgm:prSet presAssocID="{F6DFB1A4-E10B-4E6D-8E39-96E3AF3984FA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3A5BEE92-F1F6-408B-AE25-93C46F467D93}" type="pres">
      <dgm:prSet presAssocID="{F6DFB1A4-E10B-4E6D-8E39-96E3AF3984FA}" presName="spaceRect" presStyleCnt="0"/>
      <dgm:spPr/>
    </dgm:pt>
    <dgm:pt modelId="{AB722320-C3AB-4CE6-A4D6-C4FA9DC4D94C}" type="pres">
      <dgm:prSet presAssocID="{F6DFB1A4-E10B-4E6D-8E39-96E3AF3984FA}" presName="textRect" presStyleLbl="revTx" presStyleIdx="0" presStyleCnt="2">
        <dgm:presLayoutVars>
          <dgm:chMax val="1"/>
          <dgm:chPref val="1"/>
        </dgm:presLayoutVars>
      </dgm:prSet>
      <dgm:spPr/>
    </dgm:pt>
    <dgm:pt modelId="{D9EEEF73-2F5B-468E-BF8A-674E3CB46FAC}" type="pres">
      <dgm:prSet presAssocID="{3C3F43CF-15A1-40E0-AAD2-1F66E8693097}" presName="sibTrans" presStyleCnt="0"/>
      <dgm:spPr/>
    </dgm:pt>
    <dgm:pt modelId="{C921BF80-844C-466D-85D4-D7F7A3C7F5B1}" type="pres">
      <dgm:prSet presAssocID="{E540D32D-2006-4D1D-9F29-2AF2656669AD}" presName="compNode" presStyleCnt="0"/>
      <dgm:spPr/>
    </dgm:pt>
    <dgm:pt modelId="{95B073F4-A1CD-44B9-949F-B5E0B85FF2E5}" type="pres">
      <dgm:prSet presAssocID="{E540D32D-2006-4D1D-9F29-2AF2656669AD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191A9D1D-E889-41EF-97DB-5D9C78097F37}" type="pres">
      <dgm:prSet presAssocID="{E540D32D-2006-4D1D-9F29-2AF2656669AD}" presName="spaceRect" presStyleCnt="0"/>
      <dgm:spPr/>
    </dgm:pt>
    <dgm:pt modelId="{C5BA56D9-4447-47D5-99D7-00540290EA9E}" type="pres">
      <dgm:prSet presAssocID="{E540D32D-2006-4D1D-9F29-2AF2656669AD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0A3A505-E0F3-4FCF-A63B-EEFEAF19656B}" type="presOf" srcId="{E540D32D-2006-4D1D-9F29-2AF2656669AD}" destId="{C5BA56D9-4447-47D5-99D7-00540290EA9E}" srcOrd="0" destOrd="0" presId="urn:microsoft.com/office/officeart/2018/2/layout/IconLabelList"/>
    <dgm:cxn modelId="{39934F1E-4A4D-4692-9290-D8C88896EB07}" type="presOf" srcId="{F6DFB1A4-E10B-4E6D-8E39-96E3AF3984FA}" destId="{AB722320-C3AB-4CE6-A4D6-C4FA9DC4D94C}" srcOrd="0" destOrd="0" presId="urn:microsoft.com/office/officeart/2018/2/layout/IconLabelList"/>
    <dgm:cxn modelId="{A7DAD72E-7589-40E6-BD0E-8F7D91FC6EF6}" srcId="{15C0A26D-EE5B-4A9A-8102-001D7B14716D}" destId="{E540D32D-2006-4D1D-9F29-2AF2656669AD}" srcOrd="1" destOrd="0" parTransId="{AD4B5B58-C439-4C5C-B770-1E13E0CA530E}" sibTransId="{37148B17-3C5E-483A-ADDD-3DE952370727}"/>
    <dgm:cxn modelId="{8865F341-A7E9-494A-9CA6-A2FAB3EDC6A1}" srcId="{15C0A26D-EE5B-4A9A-8102-001D7B14716D}" destId="{F6DFB1A4-E10B-4E6D-8E39-96E3AF3984FA}" srcOrd="0" destOrd="0" parTransId="{5EAA3C56-5424-451F-BF0A-672A789B484A}" sibTransId="{3C3F43CF-15A1-40E0-AAD2-1F66E8693097}"/>
    <dgm:cxn modelId="{CDCFF78B-3195-405C-B7C3-35D5A3B02382}" type="presOf" srcId="{15C0A26D-EE5B-4A9A-8102-001D7B14716D}" destId="{4F878F9C-ECD4-49C2-ABBB-AE702C34D5CF}" srcOrd="0" destOrd="0" presId="urn:microsoft.com/office/officeart/2018/2/layout/IconLabelList"/>
    <dgm:cxn modelId="{5CF44908-ADA8-4F98-91BB-64D10082E4EA}" type="presParOf" srcId="{4F878F9C-ECD4-49C2-ABBB-AE702C34D5CF}" destId="{B4C8220B-1CA8-46E0-A10E-2765B5CA71A9}" srcOrd="0" destOrd="0" presId="urn:microsoft.com/office/officeart/2018/2/layout/IconLabelList"/>
    <dgm:cxn modelId="{E2A6D423-F1E3-401D-8C2B-D0B548DD4C62}" type="presParOf" srcId="{B4C8220B-1CA8-46E0-A10E-2765B5CA71A9}" destId="{5EF1CA8C-83AE-4826-8160-DFB80125D6E4}" srcOrd="0" destOrd="0" presId="urn:microsoft.com/office/officeart/2018/2/layout/IconLabelList"/>
    <dgm:cxn modelId="{2242B7D5-A0F4-45E1-9F08-6B8852D196B0}" type="presParOf" srcId="{B4C8220B-1CA8-46E0-A10E-2765B5CA71A9}" destId="{3A5BEE92-F1F6-408B-AE25-93C46F467D93}" srcOrd="1" destOrd="0" presId="urn:microsoft.com/office/officeart/2018/2/layout/IconLabelList"/>
    <dgm:cxn modelId="{5F5F6F77-F885-414E-88D3-8203E2059639}" type="presParOf" srcId="{B4C8220B-1CA8-46E0-A10E-2765B5CA71A9}" destId="{AB722320-C3AB-4CE6-A4D6-C4FA9DC4D94C}" srcOrd="2" destOrd="0" presId="urn:microsoft.com/office/officeart/2018/2/layout/IconLabelList"/>
    <dgm:cxn modelId="{5A510456-C6C2-442A-A81E-9D3F6BF98C11}" type="presParOf" srcId="{4F878F9C-ECD4-49C2-ABBB-AE702C34D5CF}" destId="{D9EEEF73-2F5B-468E-BF8A-674E3CB46FAC}" srcOrd="1" destOrd="0" presId="urn:microsoft.com/office/officeart/2018/2/layout/IconLabelList"/>
    <dgm:cxn modelId="{5428D075-2FB3-45CC-8017-A10E02F5BAD1}" type="presParOf" srcId="{4F878F9C-ECD4-49C2-ABBB-AE702C34D5CF}" destId="{C921BF80-844C-466D-85D4-D7F7A3C7F5B1}" srcOrd="2" destOrd="0" presId="urn:microsoft.com/office/officeart/2018/2/layout/IconLabelList"/>
    <dgm:cxn modelId="{F65A1F3B-6B18-4DF6-8088-EE064440E480}" type="presParOf" srcId="{C921BF80-844C-466D-85D4-D7F7A3C7F5B1}" destId="{95B073F4-A1CD-44B9-949F-B5E0B85FF2E5}" srcOrd="0" destOrd="0" presId="urn:microsoft.com/office/officeart/2018/2/layout/IconLabelList"/>
    <dgm:cxn modelId="{F5A5D9D7-763A-450E-8BE7-29F1807FECE3}" type="presParOf" srcId="{C921BF80-844C-466D-85D4-D7F7A3C7F5B1}" destId="{191A9D1D-E889-41EF-97DB-5D9C78097F37}" srcOrd="1" destOrd="0" presId="urn:microsoft.com/office/officeart/2018/2/layout/IconLabelList"/>
    <dgm:cxn modelId="{CBC9CB97-D79B-4E53-BC49-2029EBE89749}" type="presParOf" srcId="{C921BF80-844C-466D-85D4-D7F7A3C7F5B1}" destId="{C5BA56D9-4447-47D5-99D7-00540290EA9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002153-1D70-4FBD-B0EA-9E7ADC559BF7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2A8370-8D71-471B-A1D6-E70032BEF007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B4B39E-3111-4D68-AE89-C18FA654F16C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Semiconductor: Material with conductivity between conductor and insulator</a:t>
          </a:r>
        </a:p>
      </dsp:txBody>
      <dsp:txXfrm>
        <a:off x="1339618" y="2288"/>
        <a:ext cx="5024605" cy="1159843"/>
      </dsp:txXfrm>
    </dsp:sp>
    <dsp:sp modelId="{790325EE-808D-4662-BD0C-DCDE4B4D5548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B45FEB-CDF0-4BBD-A70E-2849395645B5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CD7718-1C4D-44C7-89BD-0AF3C2FCDC1F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Conductors: Copper (high conductivity)</a:t>
          </a:r>
        </a:p>
      </dsp:txBody>
      <dsp:txXfrm>
        <a:off x="1339618" y="1452092"/>
        <a:ext cx="5024605" cy="1159843"/>
      </dsp:txXfrm>
    </dsp:sp>
    <dsp:sp modelId="{2C42A704-F51C-4AA7-A3A0-CECCC668EE7C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EE2413-14D8-4F94-B29D-3D38F96AE1C8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412EC7-C601-4956-849A-7296C33DA5D1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Insulators: Rubber (no conductivity)</a:t>
          </a:r>
        </a:p>
      </dsp:txBody>
      <dsp:txXfrm>
        <a:off x="1339618" y="2901896"/>
        <a:ext cx="5024605" cy="1159843"/>
      </dsp:txXfrm>
    </dsp:sp>
    <dsp:sp modelId="{70EA309A-06EC-4040-A06B-DE3F00E92040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E13B9B-5B4F-4D75-A702-A191AE3D1970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3AF43C-5D22-41C8-AFA2-75728C4A1E02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Semiconductors: Controlled partial conductivity</a:t>
          </a:r>
        </a:p>
      </dsp:txBody>
      <dsp:txXfrm>
        <a:off x="1339618" y="4351700"/>
        <a:ext cx="5024605" cy="11598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8EABB1-8AA4-49DB-959F-AB895866BE36}">
      <dsp:nvSpPr>
        <dsp:cNvPr id="0" name=""/>
        <dsp:cNvSpPr/>
      </dsp:nvSpPr>
      <dsp:spPr>
        <a:xfrm>
          <a:off x="0" y="534843"/>
          <a:ext cx="6651253" cy="143010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Crystal lattice structure</a:t>
          </a:r>
        </a:p>
      </dsp:txBody>
      <dsp:txXfrm>
        <a:off x="69812" y="604655"/>
        <a:ext cx="6511629" cy="1290481"/>
      </dsp:txXfrm>
    </dsp:sp>
    <dsp:sp modelId="{2D446ED9-B132-4097-A256-154EEF9F2247}">
      <dsp:nvSpPr>
        <dsp:cNvPr id="0" name=""/>
        <dsp:cNvSpPr/>
      </dsp:nvSpPr>
      <dsp:spPr>
        <a:xfrm>
          <a:off x="0" y="2068629"/>
          <a:ext cx="6651253" cy="1430105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Atoms arranged in regular pattern</a:t>
          </a:r>
        </a:p>
      </dsp:txBody>
      <dsp:txXfrm>
        <a:off x="69812" y="2138441"/>
        <a:ext cx="6511629" cy="1290481"/>
      </dsp:txXfrm>
    </dsp:sp>
    <dsp:sp modelId="{4B1038EF-3020-4EF5-8312-1F9F3D8B14B4}">
      <dsp:nvSpPr>
        <dsp:cNvPr id="0" name=""/>
        <dsp:cNvSpPr/>
      </dsp:nvSpPr>
      <dsp:spPr>
        <a:xfrm>
          <a:off x="0" y="3602414"/>
          <a:ext cx="6651253" cy="1430105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• Example: Silicon with 4 valence electrons forming covalent bonds</a:t>
          </a:r>
        </a:p>
      </dsp:txBody>
      <dsp:txXfrm>
        <a:off x="69812" y="3672226"/>
        <a:ext cx="6511629" cy="12904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EEB289-B5BE-41C6-9193-D5F2B847F55D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D43F9F-70D8-46BB-80C1-1C0A53E296DE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• Silicon: Diamond cubic crystal, used in chips</a:t>
          </a:r>
        </a:p>
      </dsp:txBody>
      <dsp:txXfrm>
        <a:off x="0" y="0"/>
        <a:ext cx="6900512" cy="1384035"/>
      </dsp:txXfrm>
    </dsp:sp>
    <dsp:sp modelId="{D2B05D2E-A89D-4F05-9EF1-55E505434A36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B5EA5E-0765-4DB0-8C2E-05FB28DCEFCD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• Germanium: Crystal lattice, used in diodes</a:t>
          </a:r>
        </a:p>
      </dsp:txBody>
      <dsp:txXfrm>
        <a:off x="0" y="1384035"/>
        <a:ext cx="6900512" cy="1384035"/>
      </dsp:txXfrm>
    </dsp:sp>
    <dsp:sp modelId="{C006482B-D2AE-4018-9C85-34D08A9669AB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C9CEB9-2870-4568-9511-6DFD4CCF149F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• Gallium Arsenide: Compound crystal, used in LEDs</a:t>
          </a:r>
        </a:p>
      </dsp:txBody>
      <dsp:txXfrm>
        <a:off x="0" y="2768070"/>
        <a:ext cx="6900512" cy="1384035"/>
      </dsp:txXfrm>
    </dsp:sp>
    <dsp:sp modelId="{5B79F106-ED6F-44C9-B403-2100A15775E1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2449AB-349A-4F09-8B5A-D4489A62788A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• Cadmium Sulfide: Crystalline, used in sensors</a:t>
          </a:r>
        </a:p>
      </dsp:txBody>
      <dsp:txXfrm>
        <a:off x="0" y="4152105"/>
        <a:ext cx="6900512" cy="138403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F9926A-960A-4F14-9FA7-CB98D69971AE}">
      <dsp:nvSpPr>
        <dsp:cNvPr id="0" name=""/>
        <dsp:cNvSpPr/>
      </dsp:nvSpPr>
      <dsp:spPr>
        <a:xfrm>
          <a:off x="0" y="456"/>
          <a:ext cx="6651253" cy="6279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1A760B-C2AB-45AC-88EA-A3A79FB80761}">
      <dsp:nvSpPr>
        <dsp:cNvPr id="0" name=""/>
        <dsp:cNvSpPr/>
      </dsp:nvSpPr>
      <dsp:spPr>
        <a:xfrm>
          <a:off x="189964" y="141752"/>
          <a:ext cx="345390" cy="3453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2A553E-23B8-4BBB-9C6A-76C89CEE9187}">
      <dsp:nvSpPr>
        <dsp:cNvPr id="0" name=""/>
        <dsp:cNvSpPr/>
      </dsp:nvSpPr>
      <dsp:spPr>
        <a:xfrm>
          <a:off x="725319" y="456"/>
          <a:ext cx="5925933" cy="627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61" tIns="66461" rIns="66461" bIns="6646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Transistors</a:t>
          </a:r>
        </a:p>
      </dsp:txBody>
      <dsp:txXfrm>
        <a:off x="725319" y="456"/>
        <a:ext cx="5925933" cy="627982"/>
      </dsp:txXfrm>
    </dsp:sp>
    <dsp:sp modelId="{67E1D07C-5569-466C-8ABF-B8E68600C038}">
      <dsp:nvSpPr>
        <dsp:cNvPr id="0" name=""/>
        <dsp:cNvSpPr/>
      </dsp:nvSpPr>
      <dsp:spPr>
        <a:xfrm>
          <a:off x="0" y="785434"/>
          <a:ext cx="6651253" cy="6279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95789B-0339-4A15-B298-62168D0995B4}">
      <dsp:nvSpPr>
        <dsp:cNvPr id="0" name=""/>
        <dsp:cNvSpPr/>
      </dsp:nvSpPr>
      <dsp:spPr>
        <a:xfrm>
          <a:off x="189964" y="926730"/>
          <a:ext cx="345390" cy="3453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FB2CB8-E455-43D2-9EA1-E139F4764037}">
      <dsp:nvSpPr>
        <dsp:cNvPr id="0" name=""/>
        <dsp:cNvSpPr/>
      </dsp:nvSpPr>
      <dsp:spPr>
        <a:xfrm>
          <a:off x="725319" y="785434"/>
          <a:ext cx="5925933" cy="627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61" tIns="66461" rIns="66461" bIns="6646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Diodes</a:t>
          </a:r>
        </a:p>
      </dsp:txBody>
      <dsp:txXfrm>
        <a:off x="725319" y="785434"/>
        <a:ext cx="5925933" cy="627982"/>
      </dsp:txXfrm>
    </dsp:sp>
    <dsp:sp modelId="{9B4DE3C2-774C-4764-A0C0-54585F62D803}">
      <dsp:nvSpPr>
        <dsp:cNvPr id="0" name=""/>
        <dsp:cNvSpPr/>
      </dsp:nvSpPr>
      <dsp:spPr>
        <a:xfrm>
          <a:off x="0" y="1570412"/>
          <a:ext cx="6651253" cy="6279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6C87FC-50C6-4CA5-8025-A60ABBEC523A}">
      <dsp:nvSpPr>
        <dsp:cNvPr id="0" name=""/>
        <dsp:cNvSpPr/>
      </dsp:nvSpPr>
      <dsp:spPr>
        <a:xfrm>
          <a:off x="189964" y="1711708"/>
          <a:ext cx="345390" cy="3453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4694E1-2EE1-4D2D-8D85-11B5845195AB}">
      <dsp:nvSpPr>
        <dsp:cNvPr id="0" name=""/>
        <dsp:cNvSpPr/>
      </dsp:nvSpPr>
      <dsp:spPr>
        <a:xfrm>
          <a:off x="725319" y="1570412"/>
          <a:ext cx="5925933" cy="627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61" tIns="66461" rIns="66461" bIns="6646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Integrated Circuits (ICs)</a:t>
          </a:r>
        </a:p>
      </dsp:txBody>
      <dsp:txXfrm>
        <a:off x="725319" y="1570412"/>
        <a:ext cx="5925933" cy="627982"/>
      </dsp:txXfrm>
    </dsp:sp>
    <dsp:sp modelId="{F54FC367-8AC1-48AD-A8DD-345BC953EEF7}">
      <dsp:nvSpPr>
        <dsp:cNvPr id="0" name=""/>
        <dsp:cNvSpPr/>
      </dsp:nvSpPr>
      <dsp:spPr>
        <a:xfrm>
          <a:off x="0" y="2355390"/>
          <a:ext cx="6651253" cy="6279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C2A1EC-D625-4E40-A927-D99DE21B6BF0}">
      <dsp:nvSpPr>
        <dsp:cNvPr id="0" name=""/>
        <dsp:cNvSpPr/>
      </dsp:nvSpPr>
      <dsp:spPr>
        <a:xfrm>
          <a:off x="189964" y="2496686"/>
          <a:ext cx="345390" cy="3453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D61C0C-675D-4859-B734-8FDE03906857}">
      <dsp:nvSpPr>
        <dsp:cNvPr id="0" name=""/>
        <dsp:cNvSpPr/>
      </dsp:nvSpPr>
      <dsp:spPr>
        <a:xfrm>
          <a:off x="725319" y="2355390"/>
          <a:ext cx="5925933" cy="627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61" tIns="66461" rIns="66461" bIns="6646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Solar cells</a:t>
          </a:r>
        </a:p>
      </dsp:txBody>
      <dsp:txXfrm>
        <a:off x="725319" y="2355390"/>
        <a:ext cx="5925933" cy="627982"/>
      </dsp:txXfrm>
    </dsp:sp>
    <dsp:sp modelId="{B649039D-CF71-499E-A247-0254CF014C09}">
      <dsp:nvSpPr>
        <dsp:cNvPr id="0" name=""/>
        <dsp:cNvSpPr/>
      </dsp:nvSpPr>
      <dsp:spPr>
        <a:xfrm>
          <a:off x="0" y="3140368"/>
          <a:ext cx="6651253" cy="6279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B29636-4A99-4283-87FB-A7F56B40B2D7}">
      <dsp:nvSpPr>
        <dsp:cNvPr id="0" name=""/>
        <dsp:cNvSpPr/>
      </dsp:nvSpPr>
      <dsp:spPr>
        <a:xfrm>
          <a:off x="189964" y="3281664"/>
          <a:ext cx="345390" cy="3453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A26F19-1E53-4E78-B9D4-1FC727776843}">
      <dsp:nvSpPr>
        <dsp:cNvPr id="0" name=""/>
        <dsp:cNvSpPr/>
      </dsp:nvSpPr>
      <dsp:spPr>
        <a:xfrm>
          <a:off x="725319" y="3140368"/>
          <a:ext cx="5925933" cy="627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61" tIns="66461" rIns="66461" bIns="6646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LEDs</a:t>
          </a:r>
        </a:p>
      </dsp:txBody>
      <dsp:txXfrm>
        <a:off x="725319" y="3140368"/>
        <a:ext cx="5925933" cy="627982"/>
      </dsp:txXfrm>
    </dsp:sp>
    <dsp:sp modelId="{6C936AFE-2192-4C42-8D33-FFE6989174FC}">
      <dsp:nvSpPr>
        <dsp:cNvPr id="0" name=""/>
        <dsp:cNvSpPr/>
      </dsp:nvSpPr>
      <dsp:spPr>
        <a:xfrm>
          <a:off x="0" y="3925347"/>
          <a:ext cx="6651253" cy="6279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A11C99-DEF0-4EEE-869A-0665142ED488}">
      <dsp:nvSpPr>
        <dsp:cNvPr id="0" name=""/>
        <dsp:cNvSpPr/>
      </dsp:nvSpPr>
      <dsp:spPr>
        <a:xfrm>
          <a:off x="189964" y="4066643"/>
          <a:ext cx="345390" cy="3453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6A5D9A-F8AB-4042-9DD4-ADC6EED8C0EE}">
      <dsp:nvSpPr>
        <dsp:cNvPr id="0" name=""/>
        <dsp:cNvSpPr/>
      </dsp:nvSpPr>
      <dsp:spPr>
        <a:xfrm>
          <a:off x="725319" y="3925347"/>
          <a:ext cx="5925933" cy="627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61" tIns="66461" rIns="66461" bIns="6646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Mobile phones</a:t>
          </a:r>
        </a:p>
      </dsp:txBody>
      <dsp:txXfrm>
        <a:off x="725319" y="3925347"/>
        <a:ext cx="5925933" cy="627982"/>
      </dsp:txXfrm>
    </dsp:sp>
    <dsp:sp modelId="{ECA06A0F-036A-4AD7-B52C-7A6CFF5016CE}">
      <dsp:nvSpPr>
        <dsp:cNvPr id="0" name=""/>
        <dsp:cNvSpPr/>
      </dsp:nvSpPr>
      <dsp:spPr>
        <a:xfrm>
          <a:off x="0" y="4710325"/>
          <a:ext cx="6651253" cy="6279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8E21E4-0796-4366-A09F-545EDA073925}">
      <dsp:nvSpPr>
        <dsp:cNvPr id="0" name=""/>
        <dsp:cNvSpPr/>
      </dsp:nvSpPr>
      <dsp:spPr>
        <a:xfrm>
          <a:off x="189964" y="4851621"/>
          <a:ext cx="345390" cy="3453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80E940-1364-4C47-B431-E87E047D0158}">
      <dsp:nvSpPr>
        <dsp:cNvPr id="0" name=""/>
        <dsp:cNvSpPr/>
      </dsp:nvSpPr>
      <dsp:spPr>
        <a:xfrm>
          <a:off x="725319" y="4710325"/>
          <a:ext cx="5925933" cy="6279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461" tIns="66461" rIns="66461" bIns="6646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Computers</a:t>
          </a:r>
        </a:p>
      </dsp:txBody>
      <dsp:txXfrm>
        <a:off x="725319" y="4710325"/>
        <a:ext cx="5925933" cy="62798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F1CA8C-83AE-4826-8160-DFB80125D6E4}">
      <dsp:nvSpPr>
        <dsp:cNvPr id="0" name=""/>
        <dsp:cNvSpPr/>
      </dsp:nvSpPr>
      <dsp:spPr>
        <a:xfrm>
          <a:off x="1976400" y="695887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722320-C3AB-4CE6-A4D6-C4FA9DC4D94C}">
      <dsp:nvSpPr>
        <dsp:cNvPr id="0" name=""/>
        <dsp:cNvSpPr/>
      </dsp:nvSpPr>
      <dsp:spPr>
        <a:xfrm>
          <a:off x="788400" y="3110075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Semiconductors: Controlled conductivity materials</a:t>
          </a:r>
        </a:p>
      </dsp:txBody>
      <dsp:txXfrm>
        <a:off x="788400" y="3110075"/>
        <a:ext cx="4320000" cy="720000"/>
      </dsp:txXfrm>
    </dsp:sp>
    <dsp:sp modelId="{95B073F4-A1CD-44B9-949F-B5E0B85FF2E5}">
      <dsp:nvSpPr>
        <dsp:cNvPr id="0" name=""/>
        <dsp:cNvSpPr/>
      </dsp:nvSpPr>
      <dsp:spPr>
        <a:xfrm>
          <a:off x="7052400" y="695887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BA56D9-4447-47D5-99D7-00540290EA9E}">
      <dsp:nvSpPr>
        <dsp:cNvPr id="0" name=""/>
        <dsp:cNvSpPr/>
      </dsp:nvSpPr>
      <dsp:spPr>
        <a:xfrm>
          <a:off x="5864400" y="3110075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Essential for modern electronics</a:t>
          </a:r>
        </a:p>
      </dsp:txBody>
      <dsp:txXfrm>
        <a:off x="5864400" y="3110075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" y="886403"/>
            <a:ext cx="8286974" cy="1470025"/>
          </a:xfrm>
        </p:spPr>
        <p:txBody>
          <a:bodyPr/>
          <a:lstStyle/>
          <a:p>
            <a:r>
              <a:rPr dirty="0"/>
              <a:t>Semiconductors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453EA92-77A0-EC69-410D-F72C29F78B1B}"/>
              </a:ext>
            </a:extLst>
          </p:cNvPr>
          <p:cNvSpPr txBox="1">
            <a:spLocks/>
          </p:cNvSpPr>
          <p:nvPr/>
        </p:nvSpPr>
        <p:spPr>
          <a:xfrm>
            <a:off x="1096059" y="3429000"/>
            <a:ext cx="5412317" cy="32136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dirty="0">
                <a:solidFill>
                  <a:schemeClr val="tx1"/>
                </a:solidFill>
              </a:rPr>
              <a:t>Presented By</a:t>
            </a:r>
          </a:p>
          <a:p>
            <a:r>
              <a:rPr lang="en-IN" b="1" dirty="0">
                <a:solidFill>
                  <a:schemeClr val="tx1"/>
                </a:solidFill>
              </a:rPr>
              <a:t>D.SREE CHAITHANYA N.KALPANA</a:t>
            </a:r>
          </a:p>
          <a:p>
            <a:r>
              <a:rPr lang="en-IN" b="1" dirty="0">
                <a:solidFill>
                  <a:schemeClr val="tx1"/>
                </a:solidFill>
              </a:rPr>
              <a:t>M.KALYANI</a:t>
            </a:r>
          </a:p>
          <a:p>
            <a:r>
              <a:rPr lang="en-IN" sz="2200" b="1" dirty="0">
                <a:solidFill>
                  <a:schemeClr val="tx1"/>
                </a:solidFill>
              </a:rPr>
              <a:t>LT.G.CHINNA VENKATAMMA, lecturer in physics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IN" sz="4000"/>
              <a:t>Definition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098B0A-DF65-D69A-29C0-FCC44A411B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7673445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070828-E616-4355-9C8A-A1065032B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5161C6-1218-4EAF-A9E9-A319CFD76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747" y="1905000"/>
            <a:ext cx="4536800" cy="3141047"/>
          </a:xfrm>
          <a:custGeom>
            <a:avLst/>
            <a:gdLst>
              <a:gd name="connsiteX0" fmla="*/ 3362388 w 6230568"/>
              <a:gd name="connsiteY0" fmla="*/ 861 h 4239440"/>
              <a:gd name="connsiteX1" fmla="*/ 4026621 w 6230568"/>
              <a:gd name="connsiteY1" fmla="*/ 15392 h 4239440"/>
              <a:gd name="connsiteX2" fmla="*/ 5114556 w 6230568"/>
              <a:gd name="connsiteY2" fmla="*/ 34130 h 4239440"/>
              <a:gd name="connsiteX3" fmla="*/ 5776495 w 6230568"/>
              <a:gd name="connsiteY3" fmla="*/ 112905 h 4239440"/>
              <a:gd name="connsiteX4" fmla="*/ 5862918 w 6230568"/>
              <a:gd name="connsiteY4" fmla="*/ 141585 h 4239440"/>
              <a:gd name="connsiteX5" fmla="*/ 5840738 w 6230568"/>
              <a:gd name="connsiteY5" fmla="*/ 200475 h 4239440"/>
              <a:gd name="connsiteX6" fmla="*/ 5691219 w 6230568"/>
              <a:gd name="connsiteY6" fmla="*/ 216153 h 4239440"/>
              <a:gd name="connsiteX7" fmla="*/ 5773053 w 6230568"/>
              <a:gd name="connsiteY7" fmla="*/ 260130 h 4239440"/>
              <a:gd name="connsiteX8" fmla="*/ 5593324 w 6230568"/>
              <a:gd name="connsiteY8" fmla="*/ 293781 h 4239440"/>
              <a:gd name="connsiteX9" fmla="*/ 5617033 w 6230568"/>
              <a:gd name="connsiteY9" fmla="*/ 317108 h 4239440"/>
              <a:gd name="connsiteX10" fmla="*/ 5641124 w 6230568"/>
              <a:gd name="connsiteY10" fmla="*/ 339287 h 4239440"/>
              <a:gd name="connsiteX11" fmla="*/ 5299256 w 6230568"/>
              <a:gd name="connsiteY11" fmla="*/ 396265 h 4239440"/>
              <a:gd name="connsiteX12" fmla="*/ 5703073 w 6230568"/>
              <a:gd name="connsiteY12" fmla="*/ 500661 h 4239440"/>
              <a:gd name="connsiteX13" fmla="*/ 5629652 w 6230568"/>
              <a:gd name="connsiteY13" fmla="*/ 556874 h 4239440"/>
              <a:gd name="connsiteX14" fmla="*/ 5862918 w 6230568"/>
              <a:gd name="connsiteY14" fmla="*/ 645591 h 4239440"/>
              <a:gd name="connsiteX15" fmla="*/ 6052207 w 6230568"/>
              <a:gd name="connsiteY15" fmla="*/ 756106 h 4239440"/>
              <a:gd name="connsiteX16" fmla="*/ 6158515 w 6230568"/>
              <a:gd name="connsiteY16" fmla="*/ 901419 h 4239440"/>
              <a:gd name="connsiteX17" fmla="*/ 6195990 w 6230568"/>
              <a:gd name="connsiteY17" fmla="*/ 966427 h 4239440"/>
              <a:gd name="connsiteX18" fmla="*/ 6229642 w 6230568"/>
              <a:gd name="connsiteY18" fmla="*/ 1034878 h 4239440"/>
              <a:gd name="connsiteX19" fmla="*/ 6171516 w 6230568"/>
              <a:gd name="connsiteY19" fmla="*/ 1102946 h 4239440"/>
              <a:gd name="connsiteX20" fmla="*/ 6133659 w 6230568"/>
              <a:gd name="connsiteY20" fmla="*/ 1185545 h 4239440"/>
              <a:gd name="connsiteX21" fmla="*/ 6168458 w 6230568"/>
              <a:gd name="connsiteY21" fmla="*/ 1234110 h 4239440"/>
              <a:gd name="connsiteX22" fmla="*/ 6169222 w 6230568"/>
              <a:gd name="connsiteY22" fmla="*/ 1342712 h 4239440"/>
              <a:gd name="connsiteX23" fmla="*/ 6145131 w 6230568"/>
              <a:gd name="connsiteY23" fmla="*/ 1393954 h 4239440"/>
              <a:gd name="connsiteX24" fmla="*/ 6071709 w 6230568"/>
              <a:gd name="connsiteY24" fmla="*/ 1505233 h 4239440"/>
              <a:gd name="connsiteX25" fmla="*/ 6009378 w 6230568"/>
              <a:gd name="connsiteY25" fmla="*/ 1530089 h 4239440"/>
              <a:gd name="connsiteX26" fmla="*/ 6015879 w 6230568"/>
              <a:gd name="connsiteY26" fmla="*/ 1979030 h 4239440"/>
              <a:gd name="connsiteX27" fmla="*/ 6061385 w 6230568"/>
              <a:gd name="connsiteY27" fmla="*/ 2196234 h 4239440"/>
              <a:gd name="connsiteX28" fmla="*/ 6029263 w 6230568"/>
              <a:gd name="connsiteY28" fmla="*/ 2440972 h 4239440"/>
              <a:gd name="connsiteX29" fmla="*/ 6135571 w 6230568"/>
              <a:gd name="connsiteY29" fmla="*/ 2621848 h 4239440"/>
              <a:gd name="connsiteX30" fmla="*/ 6091594 w 6230568"/>
              <a:gd name="connsiteY30" fmla="*/ 2691446 h 4239440"/>
              <a:gd name="connsiteX31" fmla="*/ 6215493 w 6230568"/>
              <a:gd name="connsiteY31" fmla="*/ 2769456 h 4239440"/>
              <a:gd name="connsiteX32" fmla="*/ 6100389 w 6230568"/>
              <a:gd name="connsiteY32" fmla="*/ 2880352 h 4239440"/>
              <a:gd name="connsiteX33" fmla="*/ 5909953 w 6230568"/>
              <a:gd name="connsiteY33" fmla="*/ 3053963 h 4239440"/>
              <a:gd name="connsiteX34" fmla="*/ 5741696 w 6230568"/>
              <a:gd name="connsiteY34" fmla="*/ 3798118 h 4239440"/>
              <a:gd name="connsiteX35" fmla="*/ 5493899 w 6230568"/>
              <a:gd name="connsiteY35" fmla="*/ 4026795 h 4239440"/>
              <a:gd name="connsiteX36" fmla="*/ 3773471 w 6230568"/>
              <a:gd name="connsiteY36" fmla="*/ 4239028 h 4239440"/>
              <a:gd name="connsiteX37" fmla="*/ 2569285 w 6230568"/>
              <a:gd name="connsiteY37" fmla="*/ 4103275 h 4239440"/>
              <a:gd name="connsiteX38" fmla="*/ 2693948 w 6230568"/>
              <a:gd name="connsiteY38" fmla="*/ 4061593 h 4239440"/>
              <a:gd name="connsiteX39" fmla="*/ 2588788 w 6230568"/>
              <a:gd name="connsiteY39" fmla="*/ 4062358 h 4239440"/>
              <a:gd name="connsiteX40" fmla="*/ 2300073 w 6230568"/>
              <a:gd name="connsiteY40" fmla="*/ 4008822 h 4239440"/>
              <a:gd name="connsiteX41" fmla="*/ 1508500 w 6230568"/>
              <a:gd name="connsiteY41" fmla="*/ 3798118 h 4239440"/>
              <a:gd name="connsiteX42" fmla="*/ 1061089 w 6230568"/>
              <a:gd name="connsiteY42" fmla="*/ 3697546 h 4239440"/>
              <a:gd name="connsiteX43" fmla="*/ 939102 w 6230568"/>
              <a:gd name="connsiteY43" fmla="*/ 3648216 h 4239440"/>
              <a:gd name="connsiteX44" fmla="*/ 1243495 w 6230568"/>
              <a:gd name="connsiteY44" fmla="*/ 3624890 h 4239440"/>
              <a:gd name="connsiteX45" fmla="*/ 1083651 w 6230568"/>
              <a:gd name="connsiteY45" fmla="*/ 3595827 h 4239440"/>
              <a:gd name="connsiteX46" fmla="*/ 966636 w 6230568"/>
              <a:gd name="connsiteY46" fmla="*/ 3605770 h 4239440"/>
              <a:gd name="connsiteX47" fmla="*/ 885566 w 6230568"/>
              <a:gd name="connsiteY47" fmla="*/ 3609976 h 4239440"/>
              <a:gd name="connsiteX48" fmla="*/ 641976 w 6230568"/>
              <a:gd name="connsiteY48" fmla="*/ 3567912 h 4239440"/>
              <a:gd name="connsiteX49" fmla="*/ 399533 w 6230568"/>
              <a:gd name="connsiteY49" fmla="*/ 3583590 h 4239440"/>
              <a:gd name="connsiteX50" fmla="*/ 409093 w 6230568"/>
              <a:gd name="connsiteY50" fmla="*/ 3548792 h 4239440"/>
              <a:gd name="connsiteX51" fmla="*/ 792642 w 6230568"/>
              <a:gd name="connsiteY51" fmla="*/ 3417628 h 4239440"/>
              <a:gd name="connsiteX52" fmla="*/ 771610 w 6230568"/>
              <a:gd name="connsiteY52" fmla="*/ 3345736 h 4239440"/>
              <a:gd name="connsiteX53" fmla="*/ 945986 w 6230568"/>
              <a:gd name="connsiteY53" fmla="*/ 3317056 h 4239440"/>
              <a:gd name="connsiteX54" fmla="*/ 892449 w 6230568"/>
              <a:gd name="connsiteY54" fmla="*/ 3285316 h 4239440"/>
              <a:gd name="connsiteX55" fmla="*/ 949045 w 6230568"/>
              <a:gd name="connsiteY55" fmla="*/ 3262755 h 4239440"/>
              <a:gd name="connsiteX56" fmla="*/ 1252673 w 6230568"/>
              <a:gd name="connsiteY56" fmla="*/ 3200041 h 4239440"/>
              <a:gd name="connsiteX57" fmla="*/ 388825 w 6230568"/>
              <a:gd name="connsiteY57" fmla="*/ 3176714 h 4239440"/>
              <a:gd name="connsiteX58" fmla="*/ 127644 w 6230568"/>
              <a:gd name="connsiteY58" fmla="*/ 3111323 h 4239440"/>
              <a:gd name="connsiteX59" fmla="*/ 437008 w 6230568"/>
              <a:gd name="connsiteY59" fmla="*/ 2921652 h 4239440"/>
              <a:gd name="connsiteX60" fmla="*/ 601441 w 6230568"/>
              <a:gd name="connsiteY60" fmla="*/ 2840965 h 4239440"/>
              <a:gd name="connsiteX61" fmla="*/ 330700 w 6230568"/>
              <a:gd name="connsiteY61" fmla="*/ 2859320 h 4239440"/>
              <a:gd name="connsiteX62" fmla="*/ 534521 w 6230568"/>
              <a:gd name="connsiteY62" fmla="*/ 2720126 h 4239440"/>
              <a:gd name="connsiteX63" fmla="*/ 492839 w 6230568"/>
              <a:gd name="connsiteY63" fmla="*/ 2694505 h 4239440"/>
              <a:gd name="connsiteX64" fmla="*/ 416358 w 6230568"/>
              <a:gd name="connsiteY64" fmla="*/ 2677297 h 4239440"/>
              <a:gd name="connsiteX65" fmla="*/ 761285 w 6230568"/>
              <a:gd name="connsiteY65" fmla="*/ 2589726 h 4239440"/>
              <a:gd name="connsiteX66" fmla="*/ 664920 w 6230568"/>
              <a:gd name="connsiteY66" fmla="*/ 2466593 h 4239440"/>
              <a:gd name="connsiteX67" fmla="*/ 740253 w 6230568"/>
              <a:gd name="connsiteY67" fmla="*/ 2438677 h 4239440"/>
              <a:gd name="connsiteX68" fmla="*/ 650006 w 6230568"/>
              <a:gd name="connsiteY68" fmla="*/ 2435236 h 4239440"/>
              <a:gd name="connsiteX69" fmla="*/ 578879 w 6230568"/>
              <a:gd name="connsiteY69" fmla="*/ 2435618 h 4239440"/>
              <a:gd name="connsiteX70" fmla="*/ 451157 w 6230568"/>
              <a:gd name="connsiteY70" fmla="*/ 2404644 h 4239440"/>
              <a:gd name="connsiteX71" fmla="*/ 2216 w 6230568"/>
              <a:gd name="connsiteY71" fmla="*/ 2456650 h 4239440"/>
              <a:gd name="connsiteX72" fmla="*/ 97052 w 6230568"/>
              <a:gd name="connsiteY72" fmla="*/ 2383611 h 4239440"/>
              <a:gd name="connsiteX73" fmla="*/ 210626 w 6230568"/>
              <a:gd name="connsiteY73" fmla="*/ 2341930 h 4239440"/>
              <a:gd name="connsiteX74" fmla="*/ 57282 w 6230568"/>
              <a:gd name="connsiteY74" fmla="*/ 2319750 h 4239440"/>
              <a:gd name="connsiteX75" fmla="*/ 365499 w 6230568"/>
              <a:gd name="connsiteY75" fmla="*/ 2250153 h 4239440"/>
              <a:gd name="connsiteX76" fmla="*/ 290548 w 6230568"/>
              <a:gd name="connsiteY76" fmla="*/ 2187821 h 4239440"/>
              <a:gd name="connsiteX77" fmla="*/ 482896 w 6230568"/>
              <a:gd name="connsiteY77" fmla="*/ 1906755 h 4239440"/>
              <a:gd name="connsiteX78" fmla="*/ 867211 w 6230568"/>
              <a:gd name="connsiteY78" fmla="*/ 1747294 h 4239440"/>
              <a:gd name="connsiteX79" fmla="*/ 1063766 w 6230568"/>
              <a:gd name="connsiteY79" fmla="*/ 1734674 h 4239440"/>
              <a:gd name="connsiteX80" fmla="*/ 1008701 w 6230568"/>
              <a:gd name="connsiteY80" fmla="*/ 1683432 h 4239440"/>
              <a:gd name="connsiteX81" fmla="*/ 1152865 w 6230568"/>
              <a:gd name="connsiteY81" fmla="*/ 1394719 h 4239440"/>
              <a:gd name="connsiteX82" fmla="*/ 998376 w 6230568"/>
              <a:gd name="connsiteY82" fmla="*/ 1411927 h 4239440"/>
              <a:gd name="connsiteX83" fmla="*/ 206419 w 6230568"/>
              <a:gd name="connsiteY83" fmla="*/ 1424164 h 4239440"/>
              <a:gd name="connsiteX84" fmla="*/ 128027 w 6230568"/>
              <a:gd name="connsiteY84" fmla="*/ 1413074 h 4239440"/>
              <a:gd name="connsiteX85" fmla="*/ 672950 w 6230568"/>
              <a:gd name="connsiteY85" fmla="*/ 1268143 h 4239440"/>
              <a:gd name="connsiteX86" fmla="*/ 457658 w 6230568"/>
              <a:gd name="connsiteY86" fmla="*/ 1229138 h 4239440"/>
              <a:gd name="connsiteX87" fmla="*/ 407945 w 6230568"/>
              <a:gd name="connsiteY87" fmla="*/ 1213459 h 4239440"/>
              <a:gd name="connsiteX88" fmla="*/ 453451 w 6230568"/>
              <a:gd name="connsiteY88" fmla="*/ 1172924 h 4239440"/>
              <a:gd name="connsiteX89" fmla="*/ 568172 w 6230568"/>
              <a:gd name="connsiteY89" fmla="*/ 1132007 h 4239440"/>
              <a:gd name="connsiteX90" fmla="*/ 255367 w 6230568"/>
              <a:gd name="connsiteY90" fmla="*/ 1190898 h 4239440"/>
              <a:gd name="connsiteX91" fmla="*/ 277546 w 6230568"/>
              <a:gd name="connsiteY91" fmla="*/ 1128567 h 4239440"/>
              <a:gd name="connsiteX92" fmla="*/ 246572 w 6230568"/>
              <a:gd name="connsiteY92" fmla="*/ 1072353 h 4239440"/>
              <a:gd name="connsiteX93" fmla="*/ 422859 w 6230568"/>
              <a:gd name="connsiteY93" fmla="*/ 1000078 h 4239440"/>
              <a:gd name="connsiteX94" fmla="*/ 668362 w 6230568"/>
              <a:gd name="connsiteY94" fmla="*/ 858972 h 4239440"/>
              <a:gd name="connsiteX95" fmla="*/ 914629 w 6230568"/>
              <a:gd name="connsiteY95" fmla="*/ 768725 h 4239440"/>
              <a:gd name="connsiteX96" fmla="*/ 1117684 w 6230568"/>
              <a:gd name="connsiteY96" fmla="*/ 688420 h 4239440"/>
              <a:gd name="connsiteX97" fmla="*/ 928778 w 6230568"/>
              <a:gd name="connsiteY97" fmla="*/ 701040 h 4239440"/>
              <a:gd name="connsiteX98" fmla="*/ 1243877 w 6230568"/>
              <a:gd name="connsiteY98" fmla="*/ 574464 h 4239440"/>
              <a:gd name="connsiteX99" fmla="*/ 1291678 w 6230568"/>
              <a:gd name="connsiteY99" fmla="*/ 566434 h 4239440"/>
              <a:gd name="connsiteX100" fmla="*/ 1797596 w 6230568"/>
              <a:gd name="connsiteY100" fmla="*/ 476952 h 4239440"/>
              <a:gd name="connsiteX101" fmla="*/ 1895491 w 6230568"/>
              <a:gd name="connsiteY101" fmla="*/ 432593 h 4239440"/>
              <a:gd name="connsiteX102" fmla="*/ 1782682 w 6230568"/>
              <a:gd name="connsiteY102" fmla="*/ 423033 h 4239440"/>
              <a:gd name="connsiteX103" fmla="*/ 1406781 w 6230568"/>
              <a:gd name="connsiteY103" fmla="*/ 449419 h 4239440"/>
              <a:gd name="connsiteX104" fmla="*/ 1662226 w 6230568"/>
              <a:gd name="connsiteY104" fmla="*/ 393970 h 4239440"/>
              <a:gd name="connsiteX105" fmla="*/ 1383837 w 6230568"/>
              <a:gd name="connsiteY105" fmla="*/ 376762 h 4239440"/>
              <a:gd name="connsiteX106" fmla="*/ 1318063 w 6230568"/>
              <a:gd name="connsiteY106" fmla="*/ 333168 h 4239440"/>
              <a:gd name="connsiteX107" fmla="*/ 1365099 w 6230568"/>
              <a:gd name="connsiteY107" fmla="*/ 290722 h 4239440"/>
              <a:gd name="connsiteX108" fmla="*/ 1536798 w 6230568"/>
              <a:gd name="connsiteY108" fmla="*/ 244069 h 4239440"/>
              <a:gd name="connsiteX109" fmla="*/ 1711938 w 6230568"/>
              <a:gd name="connsiteY109" fmla="*/ 175619 h 4239440"/>
              <a:gd name="connsiteX110" fmla="*/ 2273687 w 6230568"/>
              <a:gd name="connsiteY110" fmla="*/ 78488 h 4239440"/>
              <a:gd name="connsiteX111" fmla="*/ 2646913 w 6230568"/>
              <a:gd name="connsiteY111" fmla="*/ 46749 h 4239440"/>
              <a:gd name="connsiteX112" fmla="*/ 3362388 w 6230568"/>
              <a:gd name="connsiteY112" fmla="*/ 861 h 4239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230568" h="4239440">
                <a:moveTo>
                  <a:pt x="3362388" y="861"/>
                </a:moveTo>
                <a:cubicBezTo>
                  <a:pt x="3584946" y="-3346"/>
                  <a:pt x="3805210" y="8891"/>
                  <a:pt x="4026621" y="15392"/>
                </a:cubicBezTo>
                <a:cubicBezTo>
                  <a:pt x="4388374" y="26482"/>
                  <a:pt x="4752039" y="26099"/>
                  <a:pt x="5114556" y="34130"/>
                </a:cubicBezTo>
                <a:cubicBezTo>
                  <a:pt x="5340556" y="39101"/>
                  <a:pt x="5563879" y="57074"/>
                  <a:pt x="5776495" y="112905"/>
                </a:cubicBezTo>
                <a:cubicBezTo>
                  <a:pt x="5806322" y="120935"/>
                  <a:pt x="5839973" y="122465"/>
                  <a:pt x="5862918" y="141585"/>
                </a:cubicBezTo>
                <a:cubicBezTo>
                  <a:pt x="5888539" y="162999"/>
                  <a:pt x="5878214" y="194356"/>
                  <a:pt x="5840738" y="200475"/>
                </a:cubicBezTo>
                <a:cubicBezTo>
                  <a:pt x="5792938" y="208505"/>
                  <a:pt x="5743991" y="210800"/>
                  <a:pt x="5691219" y="216153"/>
                </a:cubicBezTo>
                <a:cubicBezTo>
                  <a:pt x="5711486" y="245598"/>
                  <a:pt x="5760434" y="223419"/>
                  <a:pt x="5773053" y="260130"/>
                </a:cubicBezTo>
                <a:cubicBezTo>
                  <a:pt x="5716458" y="285368"/>
                  <a:pt x="5648008" y="268925"/>
                  <a:pt x="5593324" y="293781"/>
                </a:cubicBezTo>
                <a:cubicBezTo>
                  <a:pt x="5594854" y="310989"/>
                  <a:pt x="5607090" y="312519"/>
                  <a:pt x="5617033" y="317108"/>
                </a:cubicBezTo>
                <a:cubicBezTo>
                  <a:pt x="5626976" y="321314"/>
                  <a:pt x="5651831" y="315196"/>
                  <a:pt x="5641124" y="339287"/>
                </a:cubicBezTo>
                <a:cubicBezTo>
                  <a:pt x="5527551" y="353818"/>
                  <a:pt x="5418949" y="403148"/>
                  <a:pt x="5299256" y="396265"/>
                </a:cubicBezTo>
                <a:cubicBezTo>
                  <a:pt x="5447247" y="409649"/>
                  <a:pt x="5572292" y="464333"/>
                  <a:pt x="5703073" y="500661"/>
                </a:cubicBezTo>
                <a:cubicBezTo>
                  <a:pt x="5697720" y="543490"/>
                  <a:pt x="5644949" y="526282"/>
                  <a:pt x="5629652" y="556874"/>
                </a:cubicBezTo>
                <a:cubicBezTo>
                  <a:pt x="5713398" y="578288"/>
                  <a:pt x="5793703" y="603527"/>
                  <a:pt x="5862918" y="645591"/>
                </a:cubicBezTo>
                <a:cubicBezTo>
                  <a:pt x="5925250" y="683449"/>
                  <a:pt x="5984521" y="725131"/>
                  <a:pt x="6052207" y="756106"/>
                </a:cubicBezTo>
                <a:cubicBezTo>
                  <a:pt x="6123334" y="788611"/>
                  <a:pt x="6166545" y="830293"/>
                  <a:pt x="6158515" y="901419"/>
                </a:cubicBezTo>
                <a:cubicBezTo>
                  <a:pt x="6155073" y="930482"/>
                  <a:pt x="6164251" y="954955"/>
                  <a:pt x="6195990" y="966427"/>
                </a:cubicBezTo>
                <a:cubicBezTo>
                  <a:pt x="6235378" y="980576"/>
                  <a:pt x="6231172" y="1001990"/>
                  <a:pt x="6229642" y="1034878"/>
                </a:cubicBezTo>
                <a:cubicBezTo>
                  <a:pt x="6227347" y="1074265"/>
                  <a:pt x="6207080" y="1089562"/>
                  <a:pt x="6171516" y="1102946"/>
                </a:cubicBezTo>
                <a:cubicBezTo>
                  <a:pt x="6120657" y="1121682"/>
                  <a:pt x="6120274" y="1150745"/>
                  <a:pt x="6133659" y="1185545"/>
                </a:cubicBezTo>
                <a:cubicBezTo>
                  <a:pt x="6140925" y="1204664"/>
                  <a:pt x="6152014" y="1219961"/>
                  <a:pt x="6168458" y="1234110"/>
                </a:cubicBezTo>
                <a:cubicBezTo>
                  <a:pt x="6225435" y="1283439"/>
                  <a:pt x="6225053" y="1284204"/>
                  <a:pt x="6169222" y="1342712"/>
                </a:cubicBezTo>
                <a:cubicBezTo>
                  <a:pt x="6154308" y="1358390"/>
                  <a:pt x="6138247" y="1368715"/>
                  <a:pt x="6145131" y="1393954"/>
                </a:cubicBezTo>
                <a:cubicBezTo>
                  <a:pt x="6168458" y="1477700"/>
                  <a:pt x="6165398" y="1477700"/>
                  <a:pt x="6071709" y="1505233"/>
                </a:cubicBezTo>
                <a:cubicBezTo>
                  <a:pt x="6050295" y="1511734"/>
                  <a:pt x="6021615" y="1505998"/>
                  <a:pt x="6009378" y="1530089"/>
                </a:cubicBezTo>
                <a:cubicBezTo>
                  <a:pt x="6017026" y="1547680"/>
                  <a:pt x="5999053" y="1972146"/>
                  <a:pt x="6015879" y="1979030"/>
                </a:cubicBezTo>
                <a:cubicBezTo>
                  <a:pt x="6147425" y="2032948"/>
                  <a:pt x="6163868" y="2096427"/>
                  <a:pt x="6061385" y="2196234"/>
                </a:cubicBezTo>
                <a:cubicBezTo>
                  <a:pt x="5992552" y="2263155"/>
                  <a:pt x="6000582" y="2372522"/>
                  <a:pt x="6029263" y="2440972"/>
                </a:cubicBezTo>
                <a:cubicBezTo>
                  <a:pt x="6137482" y="2471182"/>
                  <a:pt x="6113774" y="2551486"/>
                  <a:pt x="6135571" y="2621848"/>
                </a:cubicBezTo>
                <a:cubicBezTo>
                  <a:pt x="6151632" y="2674620"/>
                  <a:pt x="6088535" y="2667354"/>
                  <a:pt x="6091594" y="2691446"/>
                </a:cubicBezTo>
                <a:cubicBezTo>
                  <a:pt x="6131364" y="2720508"/>
                  <a:pt x="6184518" y="2729686"/>
                  <a:pt x="6215493" y="2769456"/>
                </a:cubicBezTo>
                <a:cubicBezTo>
                  <a:pt x="6159662" y="2798518"/>
                  <a:pt x="6131364" y="2839435"/>
                  <a:pt x="6100389" y="2880352"/>
                </a:cubicBezTo>
                <a:cubicBezTo>
                  <a:pt x="6050295" y="2946890"/>
                  <a:pt x="5982227" y="3003103"/>
                  <a:pt x="5909953" y="3053963"/>
                </a:cubicBezTo>
                <a:cubicBezTo>
                  <a:pt x="5873243" y="3408068"/>
                  <a:pt x="5754698" y="3779763"/>
                  <a:pt x="5741696" y="3798118"/>
                </a:cubicBezTo>
                <a:cubicBezTo>
                  <a:pt x="5688160" y="3792764"/>
                  <a:pt x="5584146" y="4006910"/>
                  <a:pt x="5493899" y="4026795"/>
                </a:cubicBezTo>
                <a:cubicBezTo>
                  <a:pt x="5399063" y="4048592"/>
                  <a:pt x="3988763" y="4249736"/>
                  <a:pt x="3773471" y="4239028"/>
                </a:cubicBezTo>
                <a:cubicBezTo>
                  <a:pt x="2603319" y="4182050"/>
                  <a:pt x="2569285" y="4103275"/>
                  <a:pt x="2569285" y="4103275"/>
                </a:cubicBezTo>
                <a:cubicBezTo>
                  <a:pt x="2569285" y="4103275"/>
                  <a:pt x="2635823" y="4083773"/>
                  <a:pt x="2693948" y="4061593"/>
                </a:cubicBezTo>
                <a:cubicBezTo>
                  <a:pt x="2658767" y="4062741"/>
                  <a:pt x="2623587" y="4063505"/>
                  <a:pt x="2588788" y="4062358"/>
                </a:cubicBezTo>
                <a:cubicBezTo>
                  <a:pt x="2319193" y="4054328"/>
                  <a:pt x="2565461" y="4039414"/>
                  <a:pt x="2300073" y="4008822"/>
                </a:cubicBezTo>
                <a:cubicBezTo>
                  <a:pt x="1852280" y="3957198"/>
                  <a:pt x="1919582" y="3943813"/>
                  <a:pt x="1508500" y="3798118"/>
                </a:cubicBezTo>
                <a:cubicBezTo>
                  <a:pt x="1472171" y="3785116"/>
                  <a:pt x="1217109" y="3706342"/>
                  <a:pt x="1061089" y="3697546"/>
                </a:cubicBezTo>
                <a:cubicBezTo>
                  <a:pt x="1019790" y="3695252"/>
                  <a:pt x="974667" y="3696017"/>
                  <a:pt x="939102" y="3648216"/>
                </a:cubicBezTo>
                <a:cubicBezTo>
                  <a:pt x="1048088" y="3649746"/>
                  <a:pt x="1141776" y="3649746"/>
                  <a:pt x="1243495" y="3624890"/>
                </a:cubicBezTo>
                <a:cubicBezTo>
                  <a:pt x="1189194" y="3590473"/>
                  <a:pt x="1126862" y="3619919"/>
                  <a:pt x="1083651" y="3595827"/>
                </a:cubicBezTo>
                <a:cubicBezTo>
                  <a:pt x="1043116" y="3573648"/>
                  <a:pt x="1007935" y="3570589"/>
                  <a:pt x="966636" y="3605770"/>
                </a:cubicBezTo>
                <a:cubicBezTo>
                  <a:pt x="945221" y="3624125"/>
                  <a:pt x="907363" y="3620683"/>
                  <a:pt x="885566" y="3609976"/>
                </a:cubicBezTo>
                <a:cubicBezTo>
                  <a:pt x="768933" y="3552233"/>
                  <a:pt x="771610" y="3552998"/>
                  <a:pt x="641976" y="3567912"/>
                </a:cubicBezTo>
                <a:cubicBezTo>
                  <a:pt x="559377" y="3577089"/>
                  <a:pt x="475248" y="3593533"/>
                  <a:pt x="399533" y="3583590"/>
                </a:cubicBezTo>
                <a:cubicBezTo>
                  <a:pt x="389973" y="3561793"/>
                  <a:pt x="398385" y="3551851"/>
                  <a:pt x="409093" y="3548792"/>
                </a:cubicBezTo>
                <a:cubicBezTo>
                  <a:pt x="583468" y="3501374"/>
                  <a:pt x="615972" y="3447073"/>
                  <a:pt x="792642" y="3417628"/>
                </a:cubicBezTo>
                <a:cubicBezTo>
                  <a:pt x="805644" y="3384359"/>
                  <a:pt x="741400" y="3378622"/>
                  <a:pt x="771610" y="3345736"/>
                </a:cubicBezTo>
                <a:cubicBezTo>
                  <a:pt x="826676" y="3320115"/>
                  <a:pt x="891302" y="3350325"/>
                  <a:pt x="945986" y="3317056"/>
                </a:cubicBezTo>
                <a:cubicBezTo>
                  <a:pt x="936426" y="3293347"/>
                  <a:pt x="890537" y="3310555"/>
                  <a:pt x="892449" y="3285316"/>
                </a:cubicBezTo>
                <a:cubicBezTo>
                  <a:pt x="894744" y="3256254"/>
                  <a:pt x="926866" y="3260843"/>
                  <a:pt x="949045" y="3262755"/>
                </a:cubicBezTo>
                <a:cubicBezTo>
                  <a:pt x="1056500" y="3272697"/>
                  <a:pt x="1149806" y="3218396"/>
                  <a:pt x="1252673" y="3200041"/>
                </a:cubicBezTo>
                <a:cubicBezTo>
                  <a:pt x="1142923" y="3154152"/>
                  <a:pt x="503164" y="3190863"/>
                  <a:pt x="388825" y="3176714"/>
                </a:cubicBezTo>
                <a:cubicBezTo>
                  <a:pt x="269133" y="3162183"/>
                  <a:pt x="78697" y="3123560"/>
                  <a:pt x="127644" y="3111323"/>
                </a:cubicBezTo>
                <a:cubicBezTo>
                  <a:pt x="183093" y="3097175"/>
                  <a:pt x="380795" y="2929300"/>
                  <a:pt x="437008" y="2921652"/>
                </a:cubicBezTo>
                <a:cubicBezTo>
                  <a:pt x="502399" y="2912857"/>
                  <a:pt x="515401" y="2901002"/>
                  <a:pt x="601441" y="2840965"/>
                </a:cubicBezTo>
                <a:cubicBezTo>
                  <a:pt x="658037" y="2801577"/>
                  <a:pt x="422477" y="2887235"/>
                  <a:pt x="330700" y="2859320"/>
                </a:cubicBezTo>
                <a:cubicBezTo>
                  <a:pt x="297049" y="2848995"/>
                  <a:pt x="534521" y="2740010"/>
                  <a:pt x="534521" y="2720126"/>
                </a:cubicBezTo>
                <a:cubicBezTo>
                  <a:pt x="534521" y="2699093"/>
                  <a:pt x="513106" y="2694505"/>
                  <a:pt x="492839" y="2694505"/>
                </a:cubicBezTo>
                <a:cubicBezTo>
                  <a:pt x="447715" y="2694505"/>
                  <a:pt x="461482" y="2676149"/>
                  <a:pt x="416358" y="2677297"/>
                </a:cubicBezTo>
                <a:cubicBezTo>
                  <a:pt x="548670" y="2624143"/>
                  <a:pt x="630504" y="2638292"/>
                  <a:pt x="761285" y="2589726"/>
                </a:cubicBezTo>
                <a:cubicBezTo>
                  <a:pt x="825147" y="2566017"/>
                  <a:pt x="599147" y="2487242"/>
                  <a:pt x="664920" y="2466593"/>
                </a:cubicBezTo>
                <a:cubicBezTo>
                  <a:pt x="689776" y="2458562"/>
                  <a:pt x="723045" y="2466975"/>
                  <a:pt x="740253" y="2438677"/>
                </a:cubicBezTo>
                <a:cubicBezTo>
                  <a:pt x="713103" y="2416116"/>
                  <a:pt x="677157" y="2426058"/>
                  <a:pt x="650006" y="2435236"/>
                </a:cubicBezTo>
                <a:cubicBezTo>
                  <a:pt x="580791" y="2458945"/>
                  <a:pt x="585763" y="2453209"/>
                  <a:pt x="578879" y="2435618"/>
                </a:cubicBezTo>
                <a:cubicBezTo>
                  <a:pt x="556318" y="2375581"/>
                  <a:pt x="500487" y="2394701"/>
                  <a:pt x="451157" y="2404644"/>
                </a:cubicBezTo>
                <a:cubicBezTo>
                  <a:pt x="302020" y="2434471"/>
                  <a:pt x="150971" y="2426058"/>
                  <a:pt x="2216" y="2456650"/>
                </a:cubicBezTo>
                <a:cubicBezTo>
                  <a:pt x="-13844" y="2460092"/>
                  <a:pt x="61489" y="2391642"/>
                  <a:pt x="97052" y="2383611"/>
                </a:cubicBezTo>
                <a:cubicBezTo>
                  <a:pt x="135675" y="2375199"/>
                  <a:pt x="183093" y="2381317"/>
                  <a:pt x="210626" y="2341930"/>
                </a:cubicBezTo>
                <a:cubicBezTo>
                  <a:pt x="161678" y="2331987"/>
                  <a:pt x="105848" y="2351107"/>
                  <a:pt x="57282" y="2319750"/>
                </a:cubicBezTo>
                <a:cubicBezTo>
                  <a:pt x="165120" y="2276539"/>
                  <a:pt x="272575" y="2278068"/>
                  <a:pt x="365499" y="2250153"/>
                </a:cubicBezTo>
                <a:cubicBezTo>
                  <a:pt x="373912" y="2198529"/>
                  <a:pt x="312727" y="2217266"/>
                  <a:pt x="290548" y="2187821"/>
                </a:cubicBezTo>
                <a:cubicBezTo>
                  <a:pt x="990345" y="2137344"/>
                  <a:pt x="599529" y="1988207"/>
                  <a:pt x="482896" y="1906755"/>
                </a:cubicBezTo>
                <a:cubicBezTo>
                  <a:pt x="443891" y="1879605"/>
                  <a:pt x="853827" y="1750735"/>
                  <a:pt x="867211" y="1747294"/>
                </a:cubicBezTo>
                <a:cubicBezTo>
                  <a:pt x="901245" y="1739263"/>
                  <a:pt x="1036233" y="1744999"/>
                  <a:pt x="1063766" y="1734674"/>
                </a:cubicBezTo>
                <a:cubicBezTo>
                  <a:pt x="1098947" y="1721673"/>
                  <a:pt x="982696" y="1699111"/>
                  <a:pt x="1008701" y="1683432"/>
                </a:cubicBezTo>
                <a:cubicBezTo>
                  <a:pt x="1191107" y="1572918"/>
                  <a:pt x="1204107" y="1406573"/>
                  <a:pt x="1152865" y="1394719"/>
                </a:cubicBezTo>
                <a:cubicBezTo>
                  <a:pt x="1099712" y="1382482"/>
                  <a:pt x="1047706" y="1392042"/>
                  <a:pt x="998376" y="1411927"/>
                </a:cubicBezTo>
                <a:cubicBezTo>
                  <a:pt x="918070" y="1444431"/>
                  <a:pt x="362057" y="1398160"/>
                  <a:pt x="206419" y="1424164"/>
                </a:cubicBezTo>
                <a:cubicBezTo>
                  <a:pt x="182710" y="1427988"/>
                  <a:pt x="150589" y="1445196"/>
                  <a:pt x="128027" y="1413074"/>
                </a:cubicBezTo>
                <a:cubicBezTo>
                  <a:pt x="288254" y="1309060"/>
                  <a:pt x="493986" y="1338888"/>
                  <a:pt x="672950" y="1268143"/>
                </a:cubicBezTo>
                <a:cubicBezTo>
                  <a:pt x="602588" y="1219578"/>
                  <a:pt x="531079" y="1221873"/>
                  <a:pt x="457658" y="1229138"/>
                </a:cubicBezTo>
                <a:cubicBezTo>
                  <a:pt x="438538" y="1231050"/>
                  <a:pt x="412534" y="1233727"/>
                  <a:pt x="407945" y="1213459"/>
                </a:cubicBezTo>
                <a:cubicBezTo>
                  <a:pt x="402209" y="1187838"/>
                  <a:pt x="433184" y="1183250"/>
                  <a:pt x="453451" y="1172924"/>
                </a:cubicBezTo>
                <a:cubicBezTo>
                  <a:pt x="484426" y="1156863"/>
                  <a:pt x="530314" y="1175984"/>
                  <a:pt x="568172" y="1132007"/>
                </a:cubicBezTo>
                <a:cubicBezTo>
                  <a:pt x="453451" y="1142333"/>
                  <a:pt x="356704" y="1160305"/>
                  <a:pt x="255367" y="1190898"/>
                </a:cubicBezTo>
                <a:cubicBezTo>
                  <a:pt x="264162" y="1163747"/>
                  <a:pt x="294754" y="1151128"/>
                  <a:pt x="277546" y="1128567"/>
                </a:cubicBezTo>
                <a:cubicBezTo>
                  <a:pt x="264545" y="1111740"/>
                  <a:pt x="227452" y="1103709"/>
                  <a:pt x="246572" y="1072353"/>
                </a:cubicBezTo>
                <a:cubicBezTo>
                  <a:pt x="300490" y="1039083"/>
                  <a:pt x="376971" y="1047879"/>
                  <a:pt x="422859" y="1000078"/>
                </a:cubicBezTo>
                <a:cubicBezTo>
                  <a:pt x="487868" y="932012"/>
                  <a:pt x="588822" y="908684"/>
                  <a:pt x="668362" y="858972"/>
                </a:cubicBezTo>
                <a:cubicBezTo>
                  <a:pt x="694747" y="842911"/>
                  <a:pt x="867976" y="786699"/>
                  <a:pt x="914629" y="768725"/>
                </a:cubicBezTo>
                <a:cubicBezTo>
                  <a:pt x="979637" y="743486"/>
                  <a:pt x="1053823" y="734691"/>
                  <a:pt x="1117684" y="688420"/>
                </a:cubicBezTo>
                <a:cubicBezTo>
                  <a:pt x="1054970" y="678860"/>
                  <a:pt x="1004112" y="722072"/>
                  <a:pt x="928778" y="701040"/>
                </a:cubicBezTo>
                <a:cubicBezTo>
                  <a:pt x="1048088" y="656299"/>
                  <a:pt x="1157454" y="636031"/>
                  <a:pt x="1243877" y="574464"/>
                </a:cubicBezTo>
                <a:cubicBezTo>
                  <a:pt x="1254585" y="566816"/>
                  <a:pt x="1275617" y="569111"/>
                  <a:pt x="1291678" y="566434"/>
                </a:cubicBezTo>
                <a:cubicBezTo>
                  <a:pt x="1460699" y="539283"/>
                  <a:pt x="1630486" y="516339"/>
                  <a:pt x="1797596" y="476952"/>
                </a:cubicBezTo>
                <a:cubicBezTo>
                  <a:pt x="1835454" y="467774"/>
                  <a:pt x="1902374" y="465480"/>
                  <a:pt x="1895491" y="432593"/>
                </a:cubicBezTo>
                <a:cubicBezTo>
                  <a:pt x="1885166" y="383263"/>
                  <a:pt x="1822835" y="418444"/>
                  <a:pt x="1782682" y="423033"/>
                </a:cubicBezTo>
                <a:cubicBezTo>
                  <a:pt x="1658019" y="437947"/>
                  <a:pt x="1533356" y="463950"/>
                  <a:pt x="1406781" y="449419"/>
                </a:cubicBezTo>
                <a:cubicBezTo>
                  <a:pt x="1492056" y="431064"/>
                  <a:pt x="1576950" y="412326"/>
                  <a:pt x="1662226" y="393970"/>
                </a:cubicBezTo>
                <a:cubicBezTo>
                  <a:pt x="1564330" y="400471"/>
                  <a:pt x="1479055" y="357642"/>
                  <a:pt x="1383837" y="376762"/>
                </a:cubicBezTo>
                <a:cubicBezTo>
                  <a:pt x="1353244" y="382881"/>
                  <a:pt x="1321123" y="363378"/>
                  <a:pt x="1318063" y="333168"/>
                </a:cubicBezTo>
                <a:cubicBezTo>
                  <a:pt x="1314622" y="309077"/>
                  <a:pt x="1343302" y="298370"/>
                  <a:pt x="1365099" y="290722"/>
                </a:cubicBezTo>
                <a:cubicBezTo>
                  <a:pt x="1420930" y="271219"/>
                  <a:pt x="1465288" y="213477"/>
                  <a:pt x="1536798" y="244069"/>
                </a:cubicBezTo>
                <a:cubicBezTo>
                  <a:pt x="1581921" y="195886"/>
                  <a:pt x="1653813" y="188238"/>
                  <a:pt x="1711938" y="175619"/>
                </a:cubicBezTo>
                <a:cubicBezTo>
                  <a:pt x="1897403" y="135849"/>
                  <a:pt x="2085546" y="104874"/>
                  <a:pt x="2273687" y="78488"/>
                </a:cubicBezTo>
                <a:cubicBezTo>
                  <a:pt x="2397204" y="61280"/>
                  <a:pt x="2524544" y="68546"/>
                  <a:pt x="2646913" y="46749"/>
                </a:cubicBezTo>
                <a:cubicBezTo>
                  <a:pt x="2886297" y="4302"/>
                  <a:pt x="3124151" y="5450"/>
                  <a:pt x="3362388" y="861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95427"/>
            <a:ext cx="3733800" cy="4024310"/>
          </a:xfrm>
        </p:spPr>
        <p:txBody>
          <a:bodyPr>
            <a:normAutofit/>
          </a:bodyPr>
          <a:lstStyle/>
          <a:p>
            <a:r>
              <a:rPr lang="en-IN" sz="4100"/>
              <a:t>Structure of Semiconductors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B106BB-DB22-7DCB-681C-2D49FD1CC8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3033421"/>
              </p:ext>
            </p:extLst>
          </p:nvPr>
        </p:nvGraphicFramePr>
        <p:xfrm>
          <a:off x="4702547" y="609600"/>
          <a:ext cx="6651253" cy="55673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sz="3400">
                <a:solidFill>
                  <a:srgbClr val="FFFFFF"/>
                </a:solidFill>
              </a:rPr>
              <a:t>Types of Semiconductors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dirty="0"/>
              <a:t>• Intrinsic: Pure semiconductor (Silicon, Germanium)</a:t>
            </a:r>
          </a:p>
          <a:p>
            <a:r>
              <a:rPr dirty="0"/>
              <a:t>Extrinsic: Doped semiconductor</a:t>
            </a:r>
          </a:p>
          <a:p>
            <a:r>
              <a:rPr dirty="0"/>
              <a:t>N-type: Doped with pentavalent atoms (Phosphorus, Arsenic)</a:t>
            </a:r>
          </a:p>
          <a:p>
            <a:r>
              <a:rPr dirty="0"/>
              <a:t>P-type: Doped with trivalent atoms (Boron, </a:t>
            </a:r>
            <a:r>
              <a:rPr dirty="0" err="1"/>
              <a:t>Aluminium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IN" sz="5400"/>
              <a:t>Examples and Structures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B487E5-FC3A-1DA3-DE67-F54E90D0B4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8385948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>
            <a:normAutofit/>
          </a:bodyPr>
          <a:lstStyle/>
          <a:p>
            <a:r>
              <a:rPr lang="en-IN"/>
              <a:t>Applications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2AC86529-EA4C-A88F-15C6-2472376778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5229604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33F563-B354-1079-A47D-EC5C2E13C42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9600" y="1600201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189</Words>
  <Application>Microsoft Office PowerPoint</Application>
  <PresentationFormat>Widescreen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Semiconductors</vt:lpstr>
      <vt:lpstr>Definition</vt:lpstr>
      <vt:lpstr>Structure of Semiconductors</vt:lpstr>
      <vt:lpstr>Types of Semiconductors</vt:lpstr>
      <vt:lpstr>Examples and Structures</vt:lpstr>
      <vt:lpstr>Applications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MOUNICK KUMAR</dc:creator>
  <cp:keywords/>
  <dc:description>generated using python-pptx</dc:description>
  <cp:lastModifiedBy>Kumar Amudala, Mounick (Contractor)</cp:lastModifiedBy>
  <cp:revision>4</cp:revision>
  <dcterms:created xsi:type="dcterms:W3CDTF">2013-01-27T09:14:16Z</dcterms:created>
  <dcterms:modified xsi:type="dcterms:W3CDTF">2026-04-21T16:33:29Z</dcterms:modified>
  <cp:category/>
</cp:coreProperties>
</file>