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6C3C-F4B7-D077-41C4-4B3E3D103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4E6AAF-2A14-E99D-4D90-3E3E63CDB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766FF-A24A-3227-E16F-270CA2EA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853D-80DD-67D4-4493-8028A801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05E22-1CC9-3E27-694C-729507F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5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CAB5-A1DE-6997-061F-236E17BB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1BA66-C21F-91AC-17BE-C35466642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D5EB5-5D21-AACF-553E-AA3E39A7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F2ACA-6706-8D93-1102-8133A9B2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4F04-FD3B-79CA-51AC-D8B79DC9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9A88-5D9D-D738-0CB2-D09075F7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7EBEE-B067-A5DD-530D-7900DBC5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615E1-1902-0D05-CF98-57076600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4C2B-D682-3B92-06FE-6ADB7E545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A2FC5-5E54-A742-BB8D-26F7D5E6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52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9E3C-C607-F806-DAF3-61632A52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81AB-A500-7822-B761-3265C6546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DF185-74FC-38EF-A06E-4F5F16596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EC2A-2FCA-4BFE-3964-F9630A5C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923F9-7BE1-2A66-8A3F-349096C8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2ECE1-1F59-FD05-73B5-B15310CF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1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1BBF-2A9C-AA15-93E1-D7C93B8E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7A615-F3AE-44CA-43A0-133112564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6735E-956D-1BF2-EB29-2C53BC930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91AC8-37D1-557B-9322-4598560B7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4BB43-DBCC-4135-905A-36210B5AF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9FA63-47CD-C972-3755-725E932D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A5AB6-D9DD-4CBB-0AF6-16734C8A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11F94-AF7B-2238-456E-C6E2C71A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1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ECE2-DFF0-CAAA-1FDB-8D2C2201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C1483-0156-C274-0BB4-127D34FD7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EB9FF-C9BB-B7C2-10A4-6EA7545A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22A42-D5D4-3ABA-F917-22A0866D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61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0A30D-B0B9-2331-846E-690DCC69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86622-397D-95B5-B076-BBA21908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A3DF0-3BED-79CF-3BB1-66CA7F4C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1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8C59-B9F4-3F18-F458-6766B124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99F9-9AE3-41D9-D7F8-BABEB64C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88661-A170-62BC-9079-A55A21F00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958A1-7114-EEB0-3990-A1620EAB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35F73-161D-6CD3-8E31-01F1782DB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EDCF-3B46-375E-72A9-51801ECB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60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65AF-3F20-53AF-A950-1B18D767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B4D63-1481-D189-B5A7-FC85B46C4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79E81-919E-148D-5069-974CEBD3D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6BBDA-F220-038C-D91C-02CF6BCF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C2D22-0111-7291-7DF8-89D36BD2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C3D10-4B08-C196-3BA3-311A74C32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5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D85E-FA2D-2AD1-29C0-27D16EA6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8548C-FBC5-5842-7846-08905642D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A4708-0CED-A6C3-3E81-36DBA522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AB03D-A046-B272-F16D-D21BD160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D0BF-BE5E-7963-9E89-A01339D30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78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02B143-9146-EFF4-73FF-F41BE0D13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57BA-74E6-8EA9-8305-17718A06E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7A35-51ED-99AA-573B-097F9D2D0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1DE01-BA9A-32BE-9564-97EBA619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34582-879A-777A-C5F4-D0C20EAC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45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3600CB-EE6D-7393-8BF2-21F54BADB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D0D73-9B5A-95BA-78CB-AE568494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84C01-81C0-5EBD-AC7E-300BDCFBE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2BB209-8CB1-446E-83F6-8A5BDB109D2D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F887-02F6-94E6-A26E-2F7DCC6ED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23314-E87D-AF29-FDEA-722849F60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431C1-7030-40BE-84A1-0840F2AE7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3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7105A-A8A8-D41D-3828-DE10153E5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Future Technology: What’s defining 2026-2027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F07A9-D2C4-ADEE-7B4F-A76321ABB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/>
              <a:t>                  Presented By</a:t>
            </a:r>
          </a:p>
          <a:p>
            <a:r>
              <a:rPr lang="en-IN" dirty="0"/>
              <a:t>N. MANOJKUMAR</a:t>
            </a:r>
          </a:p>
          <a:p>
            <a:r>
              <a:rPr lang="en-IN" dirty="0"/>
              <a:t>G. NARASIMHULU</a:t>
            </a:r>
          </a:p>
          <a:p>
            <a:r>
              <a:rPr lang="en-IN" dirty="0"/>
              <a:t>G. T. KISHOR</a:t>
            </a:r>
          </a:p>
        </p:txBody>
      </p:sp>
    </p:spTree>
    <p:extLst>
      <p:ext uri="{BB962C8B-B14F-4D97-AF65-F5344CB8AC3E}">
        <p14:creationId xmlns:p14="http://schemas.microsoft.com/office/powerpoint/2010/main" val="22532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59CD-2F1B-0E44-FA56-53BFA007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AI Becomes the Backbone, Not a Side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081F6-0A53-47AD-7E33-885A0CFFD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- AI Supercomputing Platforms: Systems combining CPUs, GPUs, AI ASICs, and neuromorphic chips to run massive workloads. By 2028, 40%+ of leading enterprises will use hybrid computing architectures.</a:t>
            </a:r>
          </a:p>
          <a:p>
            <a:r>
              <a:rPr lang="en-IN" dirty="0"/>
              <a:t> AI-Native Development: Developers express intent and AI writes/maintains the code. Tools like </a:t>
            </a:r>
            <a:r>
              <a:rPr lang="en-IN" dirty="0" err="1"/>
              <a:t>Replit</a:t>
            </a:r>
            <a:r>
              <a:rPr lang="en-IN" dirty="0"/>
              <a:t>, Cursor let non-engineers build products.</a:t>
            </a:r>
          </a:p>
          <a:p>
            <a:r>
              <a:rPr lang="en-IN" dirty="0"/>
              <a:t>Multiagent Systems &amp; Physical AI: AI agents that work together, plus AI moving into robots and real-world systems. Enterprises get "all-you-can-eat agentic AI pricing“.</a:t>
            </a:r>
          </a:p>
          <a:p>
            <a:r>
              <a:rPr lang="en-IN" dirty="0"/>
              <a:t> Domain-Specific Language Models: Custom AI models trained for medicine, law, engineering vs generic ChatGPT-style models fd50de3588aaa21bbd48</a:t>
            </a:r>
          </a:p>
        </p:txBody>
      </p:sp>
    </p:spTree>
    <p:extLst>
      <p:ext uri="{BB962C8B-B14F-4D97-AF65-F5344CB8AC3E}">
        <p14:creationId xmlns:p14="http://schemas.microsoft.com/office/powerpoint/2010/main" val="1839163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B323-E6A7-E512-4EE3-AC648A29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Cloud 3.0 &amp; AI-Ready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2967A-CEA3-69D2-AB41-C06C3DA3C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Diversified cloud: Hybrid, multi-cloud, private, and sovereign clouds designed for AI workloads at scale.</a:t>
            </a:r>
          </a:p>
          <a:p>
            <a:r>
              <a:rPr lang="en-US" dirty="0"/>
              <a:t>Edge + data center boom: AI needs huge compute, more data moving, stricter latency. Infrastructure now stretches from central cloud to factories and field sites.</a:t>
            </a:r>
          </a:p>
          <a:p>
            <a:r>
              <a:rPr lang="en-US" dirty="0"/>
              <a:t> Resilience focus: In a world where AWS, Azure can go down, automation and observability become as critical as cybersecurity de357399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13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28E9-674C-1F27-BF68-DD39F6CD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Trust, Security &amp; Sovereignty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AC369-E68C-FEA1-60B4-283DD479C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Preemptive Cybersecurity &amp; Confidential Computing: Stop attacks before they happen; compute on encrypted data.</a:t>
            </a:r>
          </a:p>
          <a:p>
            <a:r>
              <a:rPr lang="en-US" dirty="0"/>
              <a:t>Digital Provenance: Verify if content/data is real or AI-generated.</a:t>
            </a:r>
          </a:p>
          <a:p>
            <a:r>
              <a:rPr lang="en-US" dirty="0"/>
              <a:t>Tech Sovereignty Paradox: Countries want control but full autonomy is unrealistic. Trend is toward interdependent ecosystems: sovereign clouds, regional AI models, diversified suppliers.</a:t>
            </a:r>
          </a:p>
          <a:p>
            <a:r>
              <a:rPr lang="en-US" dirty="0" err="1"/>
              <a:t>Geopatriation</a:t>
            </a:r>
            <a:r>
              <a:rPr lang="en-US" dirty="0"/>
              <a:t>: Managing where data/models physically live due to regulations bd48de35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3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3DADF-8DFA-FE08-8C74-299F520B0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Quantum + Next-Gen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4EF74-74AA-FDE7-AD3C-F344BAAE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Error-corrected quantum: 2026 is when customers get "Level-2" quantum computers that detect/correct errors. Not full-scale yet, but usable for chemistry</a:t>
            </a:r>
          </a:p>
          <a:p>
            <a:r>
              <a:rPr lang="en-IN" dirty="0"/>
              <a:t>Neuromorphic &amp; alternative computing: Brain-inspired chips part of AI supercomputing platforms fd50</a:t>
            </a:r>
          </a:p>
        </p:txBody>
      </p:sp>
    </p:spTree>
    <p:extLst>
      <p:ext uri="{BB962C8B-B14F-4D97-AF65-F5344CB8AC3E}">
        <p14:creationId xmlns:p14="http://schemas.microsoft.com/office/powerpoint/2010/main" val="427338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60A1F-D275-580A-34E0-7765BFAB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Human-Computer Interaction Evolving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45C9-1A75-E4C7-2738-841FEDDB5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Gaze and select: Cars controlled by eye movements. Scanners track eyes to change climate, music, displays no dashboard- </a:t>
            </a:r>
          </a:p>
          <a:p>
            <a:r>
              <a:rPr lang="en-US" dirty="0"/>
              <a:t>Intent-driven interfaces: You specify outcomes, AI figures out the steps 3af4de35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4223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7891-746B-C31B-F6A7-A3923F7A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Other Major Shifts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DAD0C-DC1E-1447-C1FD-DFBFB521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Intelligent Ops: Enterprise systems become adaptive engines powered by AI agents.</a:t>
            </a:r>
          </a:p>
          <a:p>
            <a:r>
              <a:rPr lang="en-US" dirty="0"/>
              <a:t> Nuclear energy for computing: Resurgence to power massive AI data centers.</a:t>
            </a:r>
          </a:p>
          <a:p>
            <a:r>
              <a:rPr lang="en-US" dirty="0"/>
              <a:t>Startup boom: AI makes building software so fast that 2026 sees a wave of new startups. Business users create AI agents without code 3aac2a9a88aa</a:t>
            </a:r>
          </a:p>
          <a:p>
            <a:r>
              <a:rPr lang="en-US" dirty="0"/>
              <a:t>The big picture: Gartner says these aren’t just tech shifts, they’re "catalysts for business transformation". Pace of innovation is faster than ever — more innovations emerged in a single year than before. Organizations that act now shape their industries for decades.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19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1021-4107-3206-7B03-038B3EF0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E401D5-53B6-2695-FFF2-B6D08F5BE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368" y="1889899"/>
            <a:ext cx="2447627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72190-7945-0A4A-1ABB-A617AFEC3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87" y="1889899"/>
            <a:ext cx="2518401" cy="4477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38BD6B-B0BC-557E-CDC4-EDD4E7716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62" y="1608257"/>
            <a:ext cx="2725617" cy="48455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958A9C-EC3C-194F-8DE0-4BFC54C890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2299677"/>
            <a:ext cx="2057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1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Future Technology: What’s defining 2026-2027</vt:lpstr>
      <vt:lpstr>1. AI Becomes the Backbone, Not a Side Project</vt:lpstr>
      <vt:lpstr>2. Cloud 3.0 &amp; AI-Ready Infrastructure</vt:lpstr>
      <vt:lpstr>3. Trust, Security &amp; Sovereignty</vt:lpstr>
      <vt:lpstr>4. Quantum + Next-Gen Computing</vt:lpstr>
      <vt:lpstr>5. Human-Computer Interaction Evolving</vt:lpstr>
      <vt:lpstr>6. Other Major Shifts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MOUNICK KUMAR</dc:creator>
  <cp:lastModifiedBy>MOUNICK KUMAR</cp:lastModifiedBy>
  <cp:revision>1</cp:revision>
  <dcterms:created xsi:type="dcterms:W3CDTF">2026-04-19T16:41:09Z</dcterms:created>
  <dcterms:modified xsi:type="dcterms:W3CDTF">2026-04-19T16:41:09Z</dcterms:modified>
</cp:coreProperties>
</file>