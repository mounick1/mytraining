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3" autoAdjust="0"/>
    <p:restoredTop sz="94660"/>
  </p:normalViewPr>
  <p:slideViewPr>
    <p:cSldViewPr snapToGrid="0">
      <p:cViewPr varScale="1">
        <p:scale>
          <a:sx n="58" d="100"/>
          <a:sy n="58" d="100"/>
        </p:scale>
        <p:origin x="76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 Amudala, Mounick (Contractor)" userId="01405aad-557a-4892-8702-0abbf31b3b8c" providerId="ADAL" clId="{7FCF3609-F6F2-4BBB-9C49-B2E72B8E45EB}"/>
    <pc:docChg chg="custSel modSld">
      <pc:chgData name="Kumar Amudala, Mounick (Contractor)" userId="01405aad-557a-4892-8702-0abbf31b3b8c" providerId="ADAL" clId="{7FCF3609-F6F2-4BBB-9C49-B2E72B8E45EB}" dt="2026-04-19T17:03:10.010" v="5" actId="478"/>
      <pc:docMkLst>
        <pc:docMk/>
      </pc:docMkLst>
      <pc:sldChg chg="delSp mod">
        <pc:chgData name="Kumar Amudala, Mounick (Contractor)" userId="01405aad-557a-4892-8702-0abbf31b3b8c" providerId="ADAL" clId="{7FCF3609-F6F2-4BBB-9C49-B2E72B8E45EB}" dt="2026-04-19T17:03:10.010" v="5" actId="478"/>
        <pc:sldMkLst>
          <pc:docMk/>
          <pc:sldMk cId="2209134553" sldId="258"/>
        </pc:sldMkLst>
        <pc:picChg chg="del">
          <ac:chgData name="Kumar Amudala, Mounick (Contractor)" userId="01405aad-557a-4892-8702-0abbf31b3b8c" providerId="ADAL" clId="{7FCF3609-F6F2-4BBB-9C49-B2E72B8E45EB}" dt="2026-04-19T17:03:10.010" v="5" actId="478"/>
          <ac:picMkLst>
            <pc:docMk/>
            <pc:sldMk cId="2209134553" sldId="258"/>
            <ac:picMk id="4" creationId="{34372190-7945-0A4A-1ABB-A617AFEC383C}"/>
          </ac:picMkLst>
        </pc:picChg>
      </pc:sldChg>
      <pc:sldChg chg="addSp delSp modSp mod">
        <pc:chgData name="Kumar Amudala, Mounick (Contractor)" userId="01405aad-557a-4892-8702-0abbf31b3b8c" providerId="ADAL" clId="{7FCF3609-F6F2-4BBB-9C49-B2E72B8E45EB}" dt="2026-04-19T17:02:44.630" v="1" actId="26606"/>
        <pc:sldMkLst>
          <pc:docMk/>
          <pc:sldMk cId="221132346" sldId="259"/>
        </pc:sldMkLst>
        <pc:spChg chg="mod">
          <ac:chgData name="Kumar Amudala, Mounick (Contractor)" userId="01405aad-557a-4892-8702-0abbf31b3b8c" providerId="ADAL" clId="{7FCF3609-F6F2-4BBB-9C49-B2E72B8E45EB}" dt="2026-04-19T17:02:44.630" v="1" actId="26606"/>
          <ac:spMkLst>
            <pc:docMk/>
            <pc:sldMk cId="221132346" sldId="259"/>
            <ac:spMk id="2" creationId="{44DA28E9-674C-1F27-BF68-DD39F6CD53E6}"/>
          </ac:spMkLst>
        </pc:spChg>
        <pc:spChg chg="mod">
          <ac:chgData name="Kumar Amudala, Mounick (Contractor)" userId="01405aad-557a-4892-8702-0abbf31b3b8c" providerId="ADAL" clId="{7FCF3609-F6F2-4BBB-9C49-B2E72B8E45EB}" dt="2026-04-19T17:02:44.630" v="1" actId="26606"/>
          <ac:spMkLst>
            <pc:docMk/>
            <pc:sldMk cId="221132346" sldId="259"/>
            <ac:spMk id="3" creationId="{940AC369-E68C-FEA1-60B4-283DD479C561}"/>
          </ac:spMkLst>
        </pc:spChg>
        <pc:spChg chg="del">
          <ac:chgData name="Kumar Amudala, Mounick (Contractor)" userId="01405aad-557a-4892-8702-0abbf31b3b8c" providerId="ADAL" clId="{7FCF3609-F6F2-4BBB-9C49-B2E72B8E45EB}" dt="2026-04-19T17:02:44.630" v="1" actId="26606"/>
          <ac:spMkLst>
            <pc:docMk/>
            <pc:sldMk cId="221132346" sldId="259"/>
            <ac:spMk id="17" creationId="{7004738A-9D34-43E8-97D2-CA0EED4F8BE0}"/>
          </ac:spMkLst>
        </pc:spChg>
        <pc:spChg chg="del">
          <ac:chgData name="Kumar Amudala, Mounick (Contractor)" userId="01405aad-557a-4892-8702-0abbf31b3b8c" providerId="ADAL" clId="{7FCF3609-F6F2-4BBB-9C49-B2E72B8E45EB}" dt="2026-04-19T17:02:44.630" v="1" actId="26606"/>
          <ac:spMkLst>
            <pc:docMk/>
            <pc:sldMk cId="221132346" sldId="259"/>
            <ac:spMk id="21" creationId="{2813A4FA-24A5-41ED-A534-3807D1B2F344}"/>
          </ac:spMkLst>
        </pc:spChg>
        <pc:spChg chg="add">
          <ac:chgData name="Kumar Amudala, Mounick (Contractor)" userId="01405aad-557a-4892-8702-0abbf31b3b8c" providerId="ADAL" clId="{7FCF3609-F6F2-4BBB-9C49-B2E72B8E45EB}" dt="2026-04-19T17:02:44.630" v="1" actId="26606"/>
          <ac:spMkLst>
            <pc:docMk/>
            <pc:sldMk cId="221132346" sldId="259"/>
            <ac:spMk id="28" creationId="{09588DA8-065E-4F6F-8EFD-43104AB2E0CF}"/>
          </ac:spMkLst>
        </pc:spChg>
        <pc:spChg chg="add">
          <ac:chgData name="Kumar Amudala, Mounick (Contractor)" userId="01405aad-557a-4892-8702-0abbf31b3b8c" providerId="ADAL" clId="{7FCF3609-F6F2-4BBB-9C49-B2E72B8E45EB}" dt="2026-04-19T17:02:44.630" v="1" actId="26606"/>
          <ac:spMkLst>
            <pc:docMk/>
            <pc:sldMk cId="221132346" sldId="259"/>
            <ac:spMk id="30" creationId="{C4285719-470E-454C-AF62-8323075F1F5B}"/>
          </ac:spMkLst>
        </pc:spChg>
        <pc:spChg chg="add">
          <ac:chgData name="Kumar Amudala, Mounick (Contractor)" userId="01405aad-557a-4892-8702-0abbf31b3b8c" providerId="ADAL" clId="{7FCF3609-F6F2-4BBB-9C49-B2E72B8E45EB}" dt="2026-04-19T17:02:44.630" v="1" actId="26606"/>
          <ac:spMkLst>
            <pc:docMk/>
            <pc:sldMk cId="221132346" sldId="259"/>
            <ac:spMk id="32" creationId="{CD9FE4EF-C4D8-49A0-B2FF-81D8DB7D8A24}"/>
          </ac:spMkLst>
        </pc:spChg>
        <pc:spChg chg="add">
          <ac:chgData name="Kumar Amudala, Mounick (Contractor)" userId="01405aad-557a-4892-8702-0abbf31b3b8c" providerId="ADAL" clId="{7FCF3609-F6F2-4BBB-9C49-B2E72B8E45EB}" dt="2026-04-19T17:02:44.630" v="1" actId="26606"/>
          <ac:spMkLst>
            <pc:docMk/>
            <pc:sldMk cId="221132346" sldId="259"/>
            <ac:spMk id="36" creationId="{D2B78728-A580-49A7-84F9-6EF6F583ADE0}"/>
          </ac:spMkLst>
        </pc:spChg>
        <pc:spChg chg="add">
          <ac:chgData name="Kumar Amudala, Mounick (Contractor)" userId="01405aad-557a-4892-8702-0abbf31b3b8c" providerId="ADAL" clId="{7FCF3609-F6F2-4BBB-9C49-B2E72B8E45EB}" dt="2026-04-19T17:02:44.630" v="1" actId="26606"/>
          <ac:spMkLst>
            <pc:docMk/>
            <pc:sldMk cId="221132346" sldId="259"/>
            <ac:spMk id="38" creationId="{38FAA1A1-D861-433F-88FA-1E9D6FD31D11}"/>
          </ac:spMkLst>
        </pc:spChg>
        <pc:spChg chg="add">
          <ac:chgData name="Kumar Amudala, Mounick (Contractor)" userId="01405aad-557a-4892-8702-0abbf31b3b8c" providerId="ADAL" clId="{7FCF3609-F6F2-4BBB-9C49-B2E72B8E45EB}" dt="2026-04-19T17:02:44.630" v="1" actId="26606"/>
          <ac:spMkLst>
            <pc:docMk/>
            <pc:sldMk cId="221132346" sldId="259"/>
            <ac:spMk id="40" creationId="{8D71EDA1-87BF-4D5D-AB79-F346FD19278A}"/>
          </ac:spMkLst>
        </pc:spChg>
        <pc:picChg chg="del">
          <ac:chgData name="Kumar Amudala, Mounick (Contractor)" userId="01405aad-557a-4892-8702-0abbf31b3b8c" providerId="ADAL" clId="{7FCF3609-F6F2-4BBB-9C49-B2E72B8E45EB}" dt="2026-04-19T17:02:36.194" v="0" actId="478"/>
          <ac:picMkLst>
            <pc:docMk/>
            <pc:sldMk cId="221132346" sldId="259"/>
            <ac:picMk id="5" creationId="{15E401D5-53B6-2695-FFF2-B6D08F5BE6A8}"/>
          </ac:picMkLst>
        </pc:picChg>
      </pc:sldChg>
      <pc:sldChg chg="delSp modSp mod">
        <pc:chgData name="Kumar Amudala, Mounick (Contractor)" userId="01405aad-557a-4892-8702-0abbf31b3b8c" providerId="ADAL" clId="{7FCF3609-F6F2-4BBB-9C49-B2E72B8E45EB}" dt="2026-04-19T17:02:51.784" v="3" actId="478"/>
        <pc:sldMkLst>
          <pc:docMk/>
          <pc:sldMk cId="4273382104" sldId="260"/>
        </pc:sldMkLst>
        <pc:picChg chg="del mod">
          <ac:chgData name="Kumar Amudala, Mounick (Contractor)" userId="01405aad-557a-4892-8702-0abbf31b3b8c" providerId="ADAL" clId="{7FCF3609-F6F2-4BBB-9C49-B2E72B8E45EB}" dt="2026-04-19T17:02:51.784" v="3" actId="478"/>
          <ac:picMkLst>
            <pc:docMk/>
            <pc:sldMk cId="4273382104" sldId="260"/>
            <ac:picMk id="4" creationId="{1138BD6B-B0BC-557E-CDC4-EDD4E77164C9}"/>
          </ac:picMkLst>
        </pc:picChg>
      </pc:sldChg>
      <pc:sldChg chg="delSp mod">
        <pc:chgData name="Kumar Amudala, Mounick (Contractor)" userId="01405aad-557a-4892-8702-0abbf31b3b8c" providerId="ADAL" clId="{7FCF3609-F6F2-4BBB-9C49-B2E72B8E45EB}" dt="2026-04-19T17:02:56.343" v="4" actId="478"/>
        <pc:sldMkLst>
          <pc:docMk/>
          <pc:sldMk cId="4115192816" sldId="262"/>
        </pc:sldMkLst>
        <pc:picChg chg="del">
          <ac:chgData name="Kumar Amudala, Mounick (Contractor)" userId="01405aad-557a-4892-8702-0abbf31b3b8c" providerId="ADAL" clId="{7FCF3609-F6F2-4BBB-9C49-B2E72B8E45EB}" dt="2026-04-19T17:02:56.343" v="4" actId="478"/>
          <ac:picMkLst>
            <pc:docMk/>
            <pc:sldMk cId="4115192816" sldId="262"/>
            <ac:picMk id="4" creationId="{05958A9C-EC3C-194F-8DE0-4BFC54C8906E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91A1A5-F9C1-416F-B0AB-84E96D9CD4EE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72F12A8-5396-470F-90AE-F15B82BDCE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Diversified cloud: Hybrid, multi-cloud, private, and sovereign clouds designed for AI workloads at scale.</a:t>
          </a:r>
        </a:p>
      </dgm:t>
    </dgm:pt>
    <dgm:pt modelId="{BD7FE4F6-14A6-4BAC-B99A-E63748199168}" type="parTrans" cxnId="{09045803-91A3-4661-8CF8-D5266AADB72E}">
      <dgm:prSet/>
      <dgm:spPr/>
      <dgm:t>
        <a:bodyPr/>
        <a:lstStyle/>
        <a:p>
          <a:endParaRPr lang="en-US"/>
        </a:p>
      </dgm:t>
    </dgm:pt>
    <dgm:pt modelId="{6CC823DC-4D4F-4A3D-9412-48C9C479F145}" type="sibTrans" cxnId="{09045803-91A3-4661-8CF8-D5266AADB72E}">
      <dgm:prSet/>
      <dgm:spPr/>
      <dgm:t>
        <a:bodyPr/>
        <a:lstStyle/>
        <a:p>
          <a:endParaRPr lang="en-US"/>
        </a:p>
      </dgm:t>
    </dgm:pt>
    <dgm:pt modelId="{4A334660-76F3-4C25-A8B7-CCC8468B67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Edge + data center boom: AI needs huge compute, more data moving, stricter latency. Infrastructure now stretches from central cloud to factories and field sites.</a:t>
          </a:r>
        </a:p>
      </dgm:t>
    </dgm:pt>
    <dgm:pt modelId="{911059AC-E92F-4BF2-B47D-4256FF6FE344}" type="parTrans" cxnId="{B08217A3-0866-4CFD-B708-C4E955D36C1B}">
      <dgm:prSet/>
      <dgm:spPr/>
      <dgm:t>
        <a:bodyPr/>
        <a:lstStyle/>
        <a:p>
          <a:endParaRPr lang="en-US"/>
        </a:p>
      </dgm:t>
    </dgm:pt>
    <dgm:pt modelId="{7A149566-3B53-49C9-BFB3-7C4882513A89}" type="sibTrans" cxnId="{B08217A3-0866-4CFD-B708-C4E955D36C1B}">
      <dgm:prSet/>
      <dgm:spPr/>
      <dgm:t>
        <a:bodyPr/>
        <a:lstStyle/>
        <a:p>
          <a:endParaRPr lang="en-US"/>
        </a:p>
      </dgm:t>
    </dgm:pt>
    <dgm:pt modelId="{EDB2733A-1550-4082-9AAD-1571BB058C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Resilience focus: In a world where AWS, Azure can go down, automation and observability become as critical as cybersecurity de357399</a:t>
          </a:r>
        </a:p>
      </dgm:t>
    </dgm:pt>
    <dgm:pt modelId="{0F178445-0FFA-40BB-AEAE-7303F7E3B62F}" type="parTrans" cxnId="{14BBB92A-145E-448E-8862-11B473A24A91}">
      <dgm:prSet/>
      <dgm:spPr/>
      <dgm:t>
        <a:bodyPr/>
        <a:lstStyle/>
        <a:p>
          <a:endParaRPr lang="en-US"/>
        </a:p>
      </dgm:t>
    </dgm:pt>
    <dgm:pt modelId="{26E96F47-15BE-44B3-9DAE-22B5E77DE7F7}" type="sibTrans" cxnId="{14BBB92A-145E-448E-8862-11B473A24A91}">
      <dgm:prSet/>
      <dgm:spPr/>
      <dgm:t>
        <a:bodyPr/>
        <a:lstStyle/>
        <a:p>
          <a:endParaRPr lang="en-US"/>
        </a:p>
      </dgm:t>
    </dgm:pt>
    <dgm:pt modelId="{774C771D-2CCE-446C-AF3F-5AA6CF7BF16A}" type="pres">
      <dgm:prSet presAssocID="{4991A1A5-F9C1-416F-B0AB-84E96D9CD4EE}" presName="root" presStyleCnt="0">
        <dgm:presLayoutVars>
          <dgm:dir/>
          <dgm:resizeHandles val="exact"/>
        </dgm:presLayoutVars>
      </dgm:prSet>
      <dgm:spPr/>
    </dgm:pt>
    <dgm:pt modelId="{E2AA3998-8623-4B11-AF8E-C6CE22628002}" type="pres">
      <dgm:prSet presAssocID="{672F12A8-5396-470F-90AE-F15B82BDCE73}" presName="compNode" presStyleCnt="0"/>
      <dgm:spPr/>
    </dgm:pt>
    <dgm:pt modelId="{9DBBEA96-ABF7-4076-BC0C-C85EB5375469}" type="pres">
      <dgm:prSet presAssocID="{672F12A8-5396-470F-90AE-F15B82BDCE73}" presName="bgRect" presStyleLbl="bgShp" presStyleIdx="0" presStyleCnt="3"/>
      <dgm:spPr/>
    </dgm:pt>
    <dgm:pt modelId="{B4BCDF24-BB46-4DB4-8298-EA372068F8A2}" type="pres">
      <dgm:prSet presAssocID="{672F12A8-5396-470F-90AE-F15B82BDCE7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bow"/>
        </a:ext>
      </dgm:extLst>
    </dgm:pt>
    <dgm:pt modelId="{D460B8D0-B94C-47A6-B04E-CCEA9C315994}" type="pres">
      <dgm:prSet presAssocID="{672F12A8-5396-470F-90AE-F15B82BDCE73}" presName="spaceRect" presStyleCnt="0"/>
      <dgm:spPr/>
    </dgm:pt>
    <dgm:pt modelId="{A3177DD3-C08F-4549-874F-CE731D717211}" type="pres">
      <dgm:prSet presAssocID="{672F12A8-5396-470F-90AE-F15B82BDCE73}" presName="parTx" presStyleLbl="revTx" presStyleIdx="0" presStyleCnt="3">
        <dgm:presLayoutVars>
          <dgm:chMax val="0"/>
          <dgm:chPref val="0"/>
        </dgm:presLayoutVars>
      </dgm:prSet>
      <dgm:spPr/>
    </dgm:pt>
    <dgm:pt modelId="{BE91A36F-3F4A-4581-A005-733A316BBD45}" type="pres">
      <dgm:prSet presAssocID="{6CC823DC-4D4F-4A3D-9412-48C9C479F145}" presName="sibTrans" presStyleCnt="0"/>
      <dgm:spPr/>
    </dgm:pt>
    <dgm:pt modelId="{51AEEEBB-464F-4C62-BB12-86E1D6D92AED}" type="pres">
      <dgm:prSet presAssocID="{4A334660-76F3-4C25-A8B7-CCC8468B6713}" presName="compNode" presStyleCnt="0"/>
      <dgm:spPr/>
    </dgm:pt>
    <dgm:pt modelId="{E271CD0C-EA88-45E4-85A6-4C09BE10A72D}" type="pres">
      <dgm:prSet presAssocID="{4A334660-76F3-4C25-A8B7-CCC8468B6713}" presName="bgRect" presStyleLbl="bgShp" presStyleIdx="1" presStyleCnt="3"/>
      <dgm:spPr/>
    </dgm:pt>
    <dgm:pt modelId="{E152D3B4-D5F0-45E9-A37A-2888EFEF114D}" type="pres">
      <dgm:prSet presAssocID="{4A334660-76F3-4C25-A8B7-CCC8468B671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675E8EEE-BD01-46E6-B7A4-1627783E4C84}" type="pres">
      <dgm:prSet presAssocID="{4A334660-76F3-4C25-A8B7-CCC8468B6713}" presName="spaceRect" presStyleCnt="0"/>
      <dgm:spPr/>
    </dgm:pt>
    <dgm:pt modelId="{86749374-F9BA-40EC-A861-287DDB4FD522}" type="pres">
      <dgm:prSet presAssocID="{4A334660-76F3-4C25-A8B7-CCC8468B6713}" presName="parTx" presStyleLbl="revTx" presStyleIdx="1" presStyleCnt="3">
        <dgm:presLayoutVars>
          <dgm:chMax val="0"/>
          <dgm:chPref val="0"/>
        </dgm:presLayoutVars>
      </dgm:prSet>
      <dgm:spPr/>
    </dgm:pt>
    <dgm:pt modelId="{D3A57784-6F67-4129-BC58-3452DF70599C}" type="pres">
      <dgm:prSet presAssocID="{7A149566-3B53-49C9-BFB3-7C4882513A89}" presName="sibTrans" presStyleCnt="0"/>
      <dgm:spPr/>
    </dgm:pt>
    <dgm:pt modelId="{93265AA2-ABBA-499C-B0D0-19D9548A05FF}" type="pres">
      <dgm:prSet presAssocID="{EDB2733A-1550-4082-9AAD-1571BB058CFC}" presName="compNode" presStyleCnt="0"/>
      <dgm:spPr/>
    </dgm:pt>
    <dgm:pt modelId="{76998907-5390-40BB-80F6-E8712B197EE5}" type="pres">
      <dgm:prSet presAssocID="{EDB2733A-1550-4082-9AAD-1571BB058CFC}" presName="bgRect" presStyleLbl="bgShp" presStyleIdx="2" presStyleCnt="3"/>
      <dgm:spPr/>
    </dgm:pt>
    <dgm:pt modelId="{8A29C312-588A-4A72-B915-86F1E2518D32}" type="pres">
      <dgm:prSet presAssocID="{EDB2733A-1550-4082-9AAD-1571BB058CF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C8A1ABA9-D8E8-4AB9-8225-7D0ECF2CA484}" type="pres">
      <dgm:prSet presAssocID="{EDB2733A-1550-4082-9AAD-1571BB058CFC}" presName="spaceRect" presStyleCnt="0"/>
      <dgm:spPr/>
    </dgm:pt>
    <dgm:pt modelId="{3B5BD007-73F9-44F5-8D06-118CF2AA59A4}" type="pres">
      <dgm:prSet presAssocID="{EDB2733A-1550-4082-9AAD-1571BB058CF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9045803-91A3-4661-8CF8-D5266AADB72E}" srcId="{4991A1A5-F9C1-416F-B0AB-84E96D9CD4EE}" destId="{672F12A8-5396-470F-90AE-F15B82BDCE73}" srcOrd="0" destOrd="0" parTransId="{BD7FE4F6-14A6-4BAC-B99A-E63748199168}" sibTransId="{6CC823DC-4D4F-4A3D-9412-48C9C479F145}"/>
    <dgm:cxn modelId="{392B2723-E5E4-4DCB-9D47-256BB3D8AB3E}" type="presOf" srcId="{EDB2733A-1550-4082-9AAD-1571BB058CFC}" destId="{3B5BD007-73F9-44F5-8D06-118CF2AA59A4}" srcOrd="0" destOrd="0" presId="urn:microsoft.com/office/officeart/2018/2/layout/IconVerticalSolidList"/>
    <dgm:cxn modelId="{14BBB92A-145E-448E-8862-11B473A24A91}" srcId="{4991A1A5-F9C1-416F-B0AB-84E96D9CD4EE}" destId="{EDB2733A-1550-4082-9AAD-1571BB058CFC}" srcOrd="2" destOrd="0" parTransId="{0F178445-0FFA-40BB-AEAE-7303F7E3B62F}" sibTransId="{26E96F47-15BE-44B3-9DAE-22B5E77DE7F7}"/>
    <dgm:cxn modelId="{A377206A-A646-432B-8D8D-D52021975CAF}" type="presOf" srcId="{4A334660-76F3-4C25-A8B7-CCC8468B6713}" destId="{86749374-F9BA-40EC-A861-287DDB4FD522}" srcOrd="0" destOrd="0" presId="urn:microsoft.com/office/officeart/2018/2/layout/IconVerticalSolidList"/>
    <dgm:cxn modelId="{A14FE690-B016-4FD7-A0B2-42CBF0AC6E64}" type="presOf" srcId="{4991A1A5-F9C1-416F-B0AB-84E96D9CD4EE}" destId="{774C771D-2CCE-446C-AF3F-5AA6CF7BF16A}" srcOrd="0" destOrd="0" presId="urn:microsoft.com/office/officeart/2018/2/layout/IconVerticalSolidList"/>
    <dgm:cxn modelId="{B08217A3-0866-4CFD-B708-C4E955D36C1B}" srcId="{4991A1A5-F9C1-416F-B0AB-84E96D9CD4EE}" destId="{4A334660-76F3-4C25-A8B7-CCC8468B6713}" srcOrd="1" destOrd="0" parTransId="{911059AC-E92F-4BF2-B47D-4256FF6FE344}" sibTransId="{7A149566-3B53-49C9-BFB3-7C4882513A89}"/>
    <dgm:cxn modelId="{EE0F5DBB-1F6E-4CCB-9B8A-33E79E39BFBD}" type="presOf" srcId="{672F12A8-5396-470F-90AE-F15B82BDCE73}" destId="{A3177DD3-C08F-4549-874F-CE731D717211}" srcOrd="0" destOrd="0" presId="urn:microsoft.com/office/officeart/2018/2/layout/IconVerticalSolidList"/>
    <dgm:cxn modelId="{E4FE645C-E221-48F3-8106-B02EECEA8682}" type="presParOf" srcId="{774C771D-2CCE-446C-AF3F-5AA6CF7BF16A}" destId="{E2AA3998-8623-4B11-AF8E-C6CE22628002}" srcOrd="0" destOrd="0" presId="urn:microsoft.com/office/officeart/2018/2/layout/IconVerticalSolidList"/>
    <dgm:cxn modelId="{841611E9-36C0-4EDC-9496-67AD5995F4EC}" type="presParOf" srcId="{E2AA3998-8623-4B11-AF8E-C6CE22628002}" destId="{9DBBEA96-ABF7-4076-BC0C-C85EB5375469}" srcOrd="0" destOrd="0" presId="urn:microsoft.com/office/officeart/2018/2/layout/IconVerticalSolidList"/>
    <dgm:cxn modelId="{60789C77-5E78-4D46-9C3A-5EF07B15D143}" type="presParOf" srcId="{E2AA3998-8623-4B11-AF8E-C6CE22628002}" destId="{B4BCDF24-BB46-4DB4-8298-EA372068F8A2}" srcOrd="1" destOrd="0" presId="urn:microsoft.com/office/officeart/2018/2/layout/IconVerticalSolidList"/>
    <dgm:cxn modelId="{29AF8203-BA58-4753-AF5E-12A43B3C62E9}" type="presParOf" srcId="{E2AA3998-8623-4B11-AF8E-C6CE22628002}" destId="{D460B8D0-B94C-47A6-B04E-CCEA9C315994}" srcOrd="2" destOrd="0" presId="urn:microsoft.com/office/officeart/2018/2/layout/IconVerticalSolidList"/>
    <dgm:cxn modelId="{AE17725C-1BB2-4B9E-8078-A281B1D1E808}" type="presParOf" srcId="{E2AA3998-8623-4B11-AF8E-C6CE22628002}" destId="{A3177DD3-C08F-4549-874F-CE731D717211}" srcOrd="3" destOrd="0" presId="urn:microsoft.com/office/officeart/2018/2/layout/IconVerticalSolidList"/>
    <dgm:cxn modelId="{9DA6CF5D-C03D-4166-B4A4-9E68D474C3D6}" type="presParOf" srcId="{774C771D-2CCE-446C-AF3F-5AA6CF7BF16A}" destId="{BE91A36F-3F4A-4581-A005-733A316BBD45}" srcOrd="1" destOrd="0" presId="urn:microsoft.com/office/officeart/2018/2/layout/IconVerticalSolidList"/>
    <dgm:cxn modelId="{774AB880-A838-48B8-A3C2-05051A434119}" type="presParOf" srcId="{774C771D-2CCE-446C-AF3F-5AA6CF7BF16A}" destId="{51AEEEBB-464F-4C62-BB12-86E1D6D92AED}" srcOrd="2" destOrd="0" presId="urn:microsoft.com/office/officeart/2018/2/layout/IconVerticalSolidList"/>
    <dgm:cxn modelId="{2798661B-6433-41ED-98BE-32057AB4E52F}" type="presParOf" srcId="{51AEEEBB-464F-4C62-BB12-86E1D6D92AED}" destId="{E271CD0C-EA88-45E4-85A6-4C09BE10A72D}" srcOrd="0" destOrd="0" presId="urn:microsoft.com/office/officeart/2018/2/layout/IconVerticalSolidList"/>
    <dgm:cxn modelId="{B77EA5ED-2175-4D07-B9F8-0F325C82106F}" type="presParOf" srcId="{51AEEEBB-464F-4C62-BB12-86E1D6D92AED}" destId="{E152D3B4-D5F0-45E9-A37A-2888EFEF114D}" srcOrd="1" destOrd="0" presId="urn:microsoft.com/office/officeart/2018/2/layout/IconVerticalSolidList"/>
    <dgm:cxn modelId="{D936BF3F-8C44-4151-B570-CB8899354421}" type="presParOf" srcId="{51AEEEBB-464F-4C62-BB12-86E1D6D92AED}" destId="{675E8EEE-BD01-46E6-B7A4-1627783E4C84}" srcOrd="2" destOrd="0" presId="urn:microsoft.com/office/officeart/2018/2/layout/IconVerticalSolidList"/>
    <dgm:cxn modelId="{6EED522A-1BB3-40CC-82B2-02D645CB31E4}" type="presParOf" srcId="{51AEEEBB-464F-4C62-BB12-86E1D6D92AED}" destId="{86749374-F9BA-40EC-A861-287DDB4FD522}" srcOrd="3" destOrd="0" presId="urn:microsoft.com/office/officeart/2018/2/layout/IconVerticalSolidList"/>
    <dgm:cxn modelId="{3C429A6D-E87F-4A40-8615-E0CC71904E9A}" type="presParOf" srcId="{774C771D-2CCE-446C-AF3F-5AA6CF7BF16A}" destId="{D3A57784-6F67-4129-BC58-3452DF70599C}" srcOrd="3" destOrd="0" presId="urn:microsoft.com/office/officeart/2018/2/layout/IconVerticalSolidList"/>
    <dgm:cxn modelId="{49C67447-DD9A-46DB-8B00-D9EFB6CF9E23}" type="presParOf" srcId="{774C771D-2CCE-446C-AF3F-5AA6CF7BF16A}" destId="{93265AA2-ABBA-499C-B0D0-19D9548A05FF}" srcOrd="4" destOrd="0" presId="urn:microsoft.com/office/officeart/2018/2/layout/IconVerticalSolidList"/>
    <dgm:cxn modelId="{60274140-09EB-4407-8DAB-C216AF5F6D84}" type="presParOf" srcId="{93265AA2-ABBA-499C-B0D0-19D9548A05FF}" destId="{76998907-5390-40BB-80F6-E8712B197EE5}" srcOrd="0" destOrd="0" presId="urn:microsoft.com/office/officeart/2018/2/layout/IconVerticalSolidList"/>
    <dgm:cxn modelId="{BC78CD4B-0295-428C-8C1A-2A7E955ABFA0}" type="presParOf" srcId="{93265AA2-ABBA-499C-B0D0-19D9548A05FF}" destId="{8A29C312-588A-4A72-B915-86F1E2518D32}" srcOrd="1" destOrd="0" presId="urn:microsoft.com/office/officeart/2018/2/layout/IconVerticalSolidList"/>
    <dgm:cxn modelId="{858580B5-7016-492A-A3B0-3BD8AC088BE2}" type="presParOf" srcId="{93265AA2-ABBA-499C-B0D0-19D9548A05FF}" destId="{C8A1ABA9-D8E8-4AB9-8225-7D0ECF2CA484}" srcOrd="2" destOrd="0" presId="urn:microsoft.com/office/officeart/2018/2/layout/IconVerticalSolidList"/>
    <dgm:cxn modelId="{B6198BC1-D99D-4BE9-BEE2-D148B8BEC8E9}" type="presParOf" srcId="{93265AA2-ABBA-499C-B0D0-19D9548A05FF}" destId="{3B5BD007-73F9-44F5-8D06-118CF2AA59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3A59E1-D57C-48DD-9426-879F4A9F7E9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AA78BE9-FAF9-4FD5-80A2-55DAE05C247F}">
      <dgm:prSet/>
      <dgm:spPr/>
      <dgm:t>
        <a:bodyPr/>
        <a:lstStyle/>
        <a:p>
          <a:r>
            <a:rPr lang="en-IN"/>
            <a:t>Error-corrected quantum: 2026 is when customers get "Level-2" quantum computers that detect/correct errors. Not full-scale yet, but usable for chemistry</a:t>
          </a:r>
          <a:endParaRPr lang="en-US"/>
        </a:p>
      </dgm:t>
    </dgm:pt>
    <dgm:pt modelId="{315B7C89-E6A5-48EF-A1CC-1EC335178B70}" type="parTrans" cxnId="{90801377-BFCB-44E8-86AD-1968FE16F796}">
      <dgm:prSet/>
      <dgm:spPr/>
      <dgm:t>
        <a:bodyPr/>
        <a:lstStyle/>
        <a:p>
          <a:endParaRPr lang="en-US"/>
        </a:p>
      </dgm:t>
    </dgm:pt>
    <dgm:pt modelId="{7DA71AD9-C37D-4C1D-90E5-4174A8CC23DA}" type="sibTrans" cxnId="{90801377-BFCB-44E8-86AD-1968FE16F796}">
      <dgm:prSet/>
      <dgm:spPr/>
      <dgm:t>
        <a:bodyPr/>
        <a:lstStyle/>
        <a:p>
          <a:endParaRPr lang="en-US"/>
        </a:p>
      </dgm:t>
    </dgm:pt>
    <dgm:pt modelId="{C73CBE4F-0FAB-4C6C-8A50-761B35C4F12E}">
      <dgm:prSet/>
      <dgm:spPr/>
      <dgm:t>
        <a:bodyPr/>
        <a:lstStyle/>
        <a:p>
          <a:r>
            <a:rPr lang="en-IN"/>
            <a:t>Neuromorphic &amp; alternative computing: Brain-inspired chips part of AI supercomputing platforms fd50</a:t>
          </a:r>
          <a:endParaRPr lang="en-US"/>
        </a:p>
      </dgm:t>
    </dgm:pt>
    <dgm:pt modelId="{B40653F4-F337-464B-BDF1-1493792BDE36}" type="parTrans" cxnId="{7C63E58B-0333-418B-9276-DC7BBD894558}">
      <dgm:prSet/>
      <dgm:spPr/>
      <dgm:t>
        <a:bodyPr/>
        <a:lstStyle/>
        <a:p>
          <a:endParaRPr lang="en-US"/>
        </a:p>
      </dgm:t>
    </dgm:pt>
    <dgm:pt modelId="{4082A3A0-5A6B-48FA-B2B6-C95CAA36A314}" type="sibTrans" cxnId="{7C63E58B-0333-418B-9276-DC7BBD894558}">
      <dgm:prSet/>
      <dgm:spPr/>
      <dgm:t>
        <a:bodyPr/>
        <a:lstStyle/>
        <a:p>
          <a:endParaRPr lang="en-US"/>
        </a:p>
      </dgm:t>
    </dgm:pt>
    <dgm:pt modelId="{1EEAD87B-F9DE-4F27-AD69-C8D6BDCD6153}" type="pres">
      <dgm:prSet presAssocID="{713A59E1-D57C-48DD-9426-879F4A9F7E9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EFF15E4-E867-41F9-AFFB-0AAFFAD28A92}" type="pres">
      <dgm:prSet presAssocID="{7AA78BE9-FAF9-4FD5-80A2-55DAE05C247F}" presName="hierRoot1" presStyleCnt="0"/>
      <dgm:spPr/>
    </dgm:pt>
    <dgm:pt modelId="{9EEB3805-0645-4B5D-8EA7-5BA6E1F7172E}" type="pres">
      <dgm:prSet presAssocID="{7AA78BE9-FAF9-4FD5-80A2-55DAE05C247F}" presName="composite" presStyleCnt="0"/>
      <dgm:spPr/>
    </dgm:pt>
    <dgm:pt modelId="{AFA2B320-5585-4DD8-9501-513CC32816AF}" type="pres">
      <dgm:prSet presAssocID="{7AA78BE9-FAF9-4FD5-80A2-55DAE05C247F}" presName="background" presStyleLbl="node0" presStyleIdx="0" presStyleCnt="2"/>
      <dgm:spPr/>
    </dgm:pt>
    <dgm:pt modelId="{49A3E3B7-46BD-41B3-97F6-10E02698A731}" type="pres">
      <dgm:prSet presAssocID="{7AA78BE9-FAF9-4FD5-80A2-55DAE05C247F}" presName="text" presStyleLbl="fgAcc0" presStyleIdx="0" presStyleCnt="2">
        <dgm:presLayoutVars>
          <dgm:chPref val="3"/>
        </dgm:presLayoutVars>
      </dgm:prSet>
      <dgm:spPr/>
    </dgm:pt>
    <dgm:pt modelId="{1F017C2F-5AAB-49A5-9E13-4FD9716BD369}" type="pres">
      <dgm:prSet presAssocID="{7AA78BE9-FAF9-4FD5-80A2-55DAE05C247F}" presName="hierChild2" presStyleCnt="0"/>
      <dgm:spPr/>
    </dgm:pt>
    <dgm:pt modelId="{BAD61978-2D56-4F5A-B95E-CA671C304711}" type="pres">
      <dgm:prSet presAssocID="{C73CBE4F-0FAB-4C6C-8A50-761B35C4F12E}" presName="hierRoot1" presStyleCnt="0"/>
      <dgm:spPr/>
    </dgm:pt>
    <dgm:pt modelId="{35C6E414-41DA-4DB5-AC8E-B2106AB0E94B}" type="pres">
      <dgm:prSet presAssocID="{C73CBE4F-0FAB-4C6C-8A50-761B35C4F12E}" presName="composite" presStyleCnt="0"/>
      <dgm:spPr/>
    </dgm:pt>
    <dgm:pt modelId="{DB3B153C-1339-4DDC-A083-6BB5227474B5}" type="pres">
      <dgm:prSet presAssocID="{C73CBE4F-0FAB-4C6C-8A50-761B35C4F12E}" presName="background" presStyleLbl="node0" presStyleIdx="1" presStyleCnt="2"/>
      <dgm:spPr/>
    </dgm:pt>
    <dgm:pt modelId="{002C5EF6-1D53-4EF9-83D4-FA2B6AFBFECE}" type="pres">
      <dgm:prSet presAssocID="{C73CBE4F-0FAB-4C6C-8A50-761B35C4F12E}" presName="text" presStyleLbl="fgAcc0" presStyleIdx="1" presStyleCnt="2">
        <dgm:presLayoutVars>
          <dgm:chPref val="3"/>
        </dgm:presLayoutVars>
      </dgm:prSet>
      <dgm:spPr/>
    </dgm:pt>
    <dgm:pt modelId="{63DC55E5-0392-4F4A-B451-F026E3A3434D}" type="pres">
      <dgm:prSet presAssocID="{C73CBE4F-0FAB-4C6C-8A50-761B35C4F12E}" presName="hierChild2" presStyleCnt="0"/>
      <dgm:spPr/>
    </dgm:pt>
  </dgm:ptLst>
  <dgm:cxnLst>
    <dgm:cxn modelId="{90801377-BFCB-44E8-86AD-1968FE16F796}" srcId="{713A59E1-D57C-48DD-9426-879F4A9F7E9F}" destId="{7AA78BE9-FAF9-4FD5-80A2-55DAE05C247F}" srcOrd="0" destOrd="0" parTransId="{315B7C89-E6A5-48EF-A1CC-1EC335178B70}" sibTransId="{7DA71AD9-C37D-4C1D-90E5-4174A8CC23DA}"/>
    <dgm:cxn modelId="{7C63E58B-0333-418B-9276-DC7BBD894558}" srcId="{713A59E1-D57C-48DD-9426-879F4A9F7E9F}" destId="{C73CBE4F-0FAB-4C6C-8A50-761B35C4F12E}" srcOrd="1" destOrd="0" parTransId="{B40653F4-F337-464B-BDF1-1493792BDE36}" sibTransId="{4082A3A0-5A6B-48FA-B2B6-C95CAA36A314}"/>
    <dgm:cxn modelId="{BED826A2-61B2-40C1-9B1C-C792081BCAB4}" type="presOf" srcId="{713A59E1-D57C-48DD-9426-879F4A9F7E9F}" destId="{1EEAD87B-F9DE-4F27-AD69-C8D6BDCD6153}" srcOrd="0" destOrd="0" presId="urn:microsoft.com/office/officeart/2005/8/layout/hierarchy1"/>
    <dgm:cxn modelId="{D79DDFBD-8071-488C-AA9A-4A80A4ECCF1F}" type="presOf" srcId="{7AA78BE9-FAF9-4FD5-80A2-55DAE05C247F}" destId="{49A3E3B7-46BD-41B3-97F6-10E02698A731}" srcOrd="0" destOrd="0" presId="urn:microsoft.com/office/officeart/2005/8/layout/hierarchy1"/>
    <dgm:cxn modelId="{DF89D6E9-1431-435C-86D4-5DA4F24CDEEB}" type="presOf" srcId="{C73CBE4F-0FAB-4C6C-8A50-761B35C4F12E}" destId="{002C5EF6-1D53-4EF9-83D4-FA2B6AFBFECE}" srcOrd="0" destOrd="0" presId="urn:microsoft.com/office/officeart/2005/8/layout/hierarchy1"/>
    <dgm:cxn modelId="{476B94AD-CAAE-46C3-8B8F-68B88857117C}" type="presParOf" srcId="{1EEAD87B-F9DE-4F27-AD69-C8D6BDCD6153}" destId="{BEFF15E4-E867-41F9-AFFB-0AAFFAD28A92}" srcOrd="0" destOrd="0" presId="urn:microsoft.com/office/officeart/2005/8/layout/hierarchy1"/>
    <dgm:cxn modelId="{4D6DC2B5-1220-48F7-BF6D-6B3FFF2B7BFC}" type="presParOf" srcId="{BEFF15E4-E867-41F9-AFFB-0AAFFAD28A92}" destId="{9EEB3805-0645-4B5D-8EA7-5BA6E1F7172E}" srcOrd="0" destOrd="0" presId="urn:microsoft.com/office/officeart/2005/8/layout/hierarchy1"/>
    <dgm:cxn modelId="{81AAEE7A-5873-4777-934E-0689116F147A}" type="presParOf" srcId="{9EEB3805-0645-4B5D-8EA7-5BA6E1F7172E}" destId="{AFA2B320-5585-4DD8-9501-513CC32816AF}" srcOrd="0" destOrd="0" presId="urn:microsoft.com/office/officeart/2005/8/layout/hierarchy1"/>
    <dgm:cxn modelId="{DA4EBF4E-C58C-4A6F-AE12-D03F835D7029}" type="presParOf" srcId="{9EEB3805-0645-4B5D-8EA7-5BA6E1F7172E}" destId="{49A3E3B7-46BD-41B3-97F6-10E02698A731}" srcOrd="1" destOrd="0" presId="urn:microsoft.com/office/officeart/2005/8/layout/hierarchy1"/>
    <dgm:cxn modelId="{D46C3AF0-949F-4122-A351-AD942E740530}" type="presParOf" srcId="{BEFF15E4-E867-41F9-AFFB-0AAFFAD28A92}" destId="{1F017C2F-5AAB-49A5-9E13-4FD9716BD369}" srcOrd="1" destOrd="0" presId="urn:microsoft.com/office/officeart/2005/8/layout/hierarchy1"/>
    <dgm:cxn modelId="{527D4F55-AF3F-4B9C-BC64-FA6EACA995F2}" type="presParOf" srcId="{1EEAD87B-F9DE-4F27-AD69-C8D6BDCD6153}" destId="{BAD61978-2D56-4F5A-B95E-CA671C304711}" srcOrd="1" destOrd="0" presId="urn:microsoft.com/office/officeart/2005/8/layout/hierarchy1"/>
    <dgm:cxn modelId="{9192058E-A3E3-4CCD-A615-1AD7C92F04DC}" type="presParOf" srcId="{BAD61978-2D56-4F5A-B95E-CA671C304711}" destId="{35C6E414-41DA-4DB5-AC8E-B2106AB0E94B}" srcOrd="0" destOrd="0" presId="urn:microsoft.com/office/officeart/2005/8/layout/hierarchy1"/>
    <dgm:cxn modelId="{73465ADF-3CBA-462C-9977-3A88A19B1D99}" type="presParOf" srcId="{35C6E414-41DA-4DB5-AC8E-B2106AB0E94B}" destId="{DB3B153C-1339-4DDC-A083-6BB5227474B5}" srcOrd="0" destOrd="0" presId="urn:microsoft.com/office/officeart/2005/8/layout/hierarchy1"/>
    <dgm:cxn modelId="{4E2A1C4F-358C-4A5D-A5C9-1AA7A71C8746}" type="presParOf" srcId="{35C6E414-41DA-4DB5-AC8E-B2106AB0E94B}" destId="{002C5EF6-1D53-4EF9-83D4-FA2B6AFBFECE}" srcOrd="1" destOrd="0" presId="urn:microsoft.com/office/officeart/2005/8/layout/hierarchy1"/>
    <dgm:cxn modelId="{527DA28B-9594-46B2-8D13-38B176D57135}" type="presParOf" srcId="{BAD61978-2D56-4F5A-B95E-CA671C304711}" destId="{63DC55E5-0392-4F4A-B451-F026E3A3434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6D6A50-6ED6-48D0-B622-B972E9AF0B1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E331897-14BB-446B-BD54-BF1F06C93712}">
      <dgm:prSet/>
      <dgm:spPr/>
      <dgm:t>
        <a:bodyPr/>
        <a:lstStyle/>
        <a:p>
          <a:r>
            <a:rPr lang="en-US"/>
            <a:t>Gaze and select: Cars controlled by eye movements. Scanners track eyes to change climate, music, displays no dashboard- </a:t>
          </a:r>
        </a:p>
      </dgm:t>
    </dgm:pt>
    <dgm:pt modelId="{33996065-A54E-4A41-9FB9-5E66E7C0BD4B}" type="parTrans" cxnId="{45B20E7E-B5B5-4DD0-97D0-149270BBADFD}">
      <dgm:prSet/>
      <dgm:spPr/>
      <dgm:t>
        <a:bodyPr/>
        <a:lstStyle/>
        <a:p>
          <a:endParaRPr lang="en-US"/>
        </a:p>
      </dgm:t>
    </dgm:pt>
    <dgm:pt modelId="{4F505584-53C0-46AD-865A-07BA5E5446EE}" type="sibTrans" cxnId="{45B20E7E-B5B5-4DD0-97D0-149270BBADFD}">
      <dgm:prSet/>
      <dgm:spPr/>
      <dgm:t>
        <a:bodyPr/>
        <a:lstStyle/>
        <a:p>
          <a:endParaRPr lang="en-US"/>
        </a:p>
      </dgm:t>
    </dgm:pt>
    <dgm:pt modelId="{2B418FFD-16DE-469F-86D7-29C204CB919E}">
      <dgm:prSet/>
      <dgm:spPr/>
      <dgm:t>
        <a:bodyPr/>
        <a:lstStyle/>
        <a:p>
          <a:r>
            <a:rPr lang="en-US"/>
            <a:t>Intent-driven interfaces: You specify outcomes, AI figures out the steps 3af4de35</a:t>
          </a:r>
        </a:p>
      </dgm:t>
    </dgm:pt>
    <dgm:pt modelId="{92E779B8-BB0A-41F6-BBFF-586F9CBA05F6}" type="parTrans" cxnId="{27E342A1-1F44-42C8-92A6-8A58962A8E01}">
      <dgm:prSet/>
      <dgm:spPr/>
      <dgm:t>
        <a:bodyPr/>
        <a:lstStyle/>
        <a:p>
          <a:endParaRPr lang="en-US"/>
        </a:p>
      </dgm:t>
    </dgm:pt>
    <dgm:pt modelId="{956643D7-556D-42D5-AA63-8D07F698C5C8}" type="sibTrans" cxnId="{27E342A1-1F44-42C8-92A6-8A58962A8E01}">
      <dgm:prSet/>
      <dgm:spPr/>
      <dgm:t>
        <a:bodyPr/>
        <a:lstStyle/>
        <a:p>
          <a:endParaRPr lang="en-US"/>
        </a:p>
      </dgm:t>
    </dgm:pt>
    <dgm:pt modelId="{694769B9-8255-4355-8D5B-AEE9E5447E9E}" type="pres">
      <dgm:prSet presAssocID="{626D6A50-6ED6-48D0-B622-B972E9AF0B1B}" presName="root" presStyleCnt="0">
        <dgm:presLayoutVars>
          <dgm:dir/>
          <dgm:resizeHandles val="exact"/>
        </dgm:presLayoutVars>
      </dgm:prSet>
      <dgm:spPr/>
    </dgm:pt>
    <dgm:pt modelId="{D7A9DBC4-127D-437E-956F-260DEE0F3DD4}" type="pres">
      <dgm:prSet presAssocID="{6E331897-14BB-446B-BD54-BF1F06C93712}" presName="compNode" presStyleCnt="0"/>
      <dgm:spPr/>
    </dgm:pt>
    <dgm:pt modelId="{E98EF5C5-5776-4264-AA6B-14FF02ACDEB7}" type="pres">
      <dgm:prSet presAssocID="{6E331897-14BB-446B-BD54-BF1F06C93712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FB1BCF11-D0EB-464A-A5F2-1347FE3B72CE}" type="pres">
      <dgm:prSet presAssocID="{6E331897-14BB-446B-BD54-BF1F06C93712}" presName="spaceRect" presStyleCnt="0"/>
      <dgm:spPr/>
    </dgm:pt>
    <dgm:pt modelId="{C8F7ADCD-E30D-4F70-A3F2-46EAEE69D4BF}" type="pres">
      <dgm:prSet presAssocID="{6E331897-14BB-446B-BD54-BF1F06C93712}" presName="textRect" presStyleLbl="revTx" presStyleIdx="0" presStyleCnt="2">
        <dgm:presLayoutVars>
          <dgm:chMax val="1"/>
          <dgm:chPref val="1"/>
        </dgm:presLayoutVars>
      </dgm:prSet>
      <dgm:spPr/>
    </dgm:pt>
    <dgm:pt modelId="{AB6C1EB3-8AA0-4329-AC1E-83C8DB64110B}" type="pres">
      <dgm:prSet presAssocID="{4F505584-53C0-46AD-865A-07BA5E5446EE}" presName="sibTrans" presStyleCnt="0"/>
      <dgm:spPr/>
    </dgm:pt>
    <dgm:pt modelId="{2AE7D1CA-BF4C-401E-B46B-5CCB50D55A78}" type="pres">
      <dgm:prSet presAssocID="{2B418FFD-16DE-469F-86D7-29C204CB919E}" presName="compNode" presStyleCnt="0"/>
      <dgm:spPr/>
    </dgm:pt>
    <dgm:pt modelId="{3701ECCC-854E-4735-A175-925BC3150923}" type="pres">
      <dgm:prSet presAssocID="{2B418FFD-16DE-469F-86D7-29C204CB919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CA9A7846-35F7-4EF9-B26C-57FEA1191F4B}" type="pres">
      <dgm:prSet presAssocID="{2B418FFD-16DE-469F-86D7-29C204CB919E}" presName="spaceRect" presStyleCnt="0"/>
      <dgm:spPr/>
    </dgm:pt>
    <dgm:pt modelId="{2DC335C8-1998-4DAF-A982-5B1EC5737FD3}" type="pres">
      <dgm:prSet presAssocID="{2B418FFD-16DE-469F-86D7-29C204CB919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D63856E-5979-442A-A0B8-636FBE73D23D}" type="presOf" srcId="{6E331897-14BB-446B-BD54-BF1F06C93712}" destId="{C8F7ADCD-E30D-4F70-A3F2-46EAEE69D4BF}" srcOrd="0" destOrd="0" presId="urn:microsoft.com/office/officeart/2018/2/layout/IconLabelList"/>
    <dgm:cxn modelId="{45B20E7E-B5B5-4DD0-97D0-149270BBADFD}" srcId="{626D6A50-6ED6-48D0-B622-B972E9AF0B1B}" destId="{6E331897-14BB-446B-BD54-BF1F06C93712}" srcOrd="0" destOrd="0" parTransId="{33996065-A54E-4A41-9FB9-5E66E7C0BD4B}" sibTransId="{4F505584-53C0-46AD-865A-07BA5E5446EE}"/>
    <dgm:cxn modelId="{27E342A1-1F44-42C8-92A6-8A58962A8E01}" srcId="{626D6A50-6ED6-48D0-B622-B972E9AF0B1B}" destId="{2B418FFD-16DE-469F-86D7-29C204CB919E}" srcOrd="1" destOrd="0" parTransId="{92E779B8-BB0A-41F6-BBFF-586F9CBA05F6}" sibTransId="{956643D7-556D-42D5-AA63-8D07F698C5C8}"/>
    <dgm:cxn modelId="{046C3BA9-9C6F-42AF-9637-B5B69EA0E28C}" type="presOf" srcId="{2B418FFD-16DE-469F-86D7-29C204CB919E}" destId="{2DC335C8-1998-4DAF-A982-5B1EC5737FD3}" srcOrd="0" destOrd="0" presId="urn:microsoft.com/office/officeart/2018/2/layout/IconLabelList"/>
    <dgm:cxn modelId="{D18892AB-EAE2-429C-836A-81A8389BF7C9}" type="presOf" srcId="{626D6A50-6ED6-48D0-B622-B972E9AF0B1B}" destId="{694769B9-8255-4355-8D5B-AEE9E5447E9E}" srcOrd="0" destOrd="0" presId="urn:microsoft.com/office/officeart/2018/2/layout/IconLabelList"/>
    <dgm:cxn modelId="{3CFB55C2-95A5-4FEA-B9B5-156C9FB35E65}" type="presParOf" srcId="{694769B9-8255-4355-8D5B-AEE9E5447E9E}" destId="{D7A9DBC4-127D-437E-956F-260DEE0F3DD4}" srcOrd="0" destOrd="0" presId="urn:microsoft.com/office/officeart/2018/2/layout/IconLabelList"/>
    <dgm:cxn modelId="{079E87CB-8F49-4AC0-AF62-218A12A17A95}" type="presParOf" srcId="{D7A9DBC4-127D-437E-956F-260DEE0F3DD4}" destId="{E98EF5C5-5776-4264-AA6B-14FF02ACDEB7}" srcOrd="0" destOrd="0" presId="urn:microsoft.com/office/officeart/2018/2/layout/IconLabelList"/>
    <dgm:cxn modelId="{E14F1A99-1503-406D-9737-4F5568264108}" type="presParOf" srcId="{D7A9DBC4-127D-437E-956F-260DEE0F3DD4}" destId="{FB1BCF11-D0EB-464A-A5F2-1347FE3B72CE}" srcOrd="1" destOrd="0" presId="urn:microsoft.com/office/officeart/2018/2/layout/IconLabelList"/>
    <dgm:cxn modelId="{CD941F4B-D73D-4B53-8165-B25292A91E85}" type="presParOf" srcId="{D7A9DBC4-127D-437E-956F-260DEE0F3DD4}" destId="{C8F7ADCD-E30D-4F70-A3F2-46EAEE69D4BF}" srcOrd="2" destOrd="0" presId="urn:microsoft.com/office/officeart/2018/2/layout/IconLabelList"/>
    <dgm:cxn modelId="{BFB42576-350B-4FE8-9340-1E8165929B43}" type="presParOf" srcId="{694769B9-8255-4355-8D5B-AEE9E5447E9E}" destId="{AB6C1EB3-8AA0-4329-AC1E-83C8DB64110B}" srcOrd="1" destOrd="0" presId="urn:microsoft.com/office/officeart/2018/2/layout/IconLabelList"/>
    <dgm:cxn modelId="{8DD06B57-9D5E-4034-BCDD-32F439A2BC5E}" type="presParOf" srcId="{694769B9-8255-4355-8D5B-AEE9E5447E9E}" destId="{2AE7D1CA-BF4C-401E-B46B-5CCB50D55A78}" srcOrd="2" destOrd="0" presId="urn:microsoft.com/office/officeart/2018/2/layout/IconLabelList"/>
    <dgm:cxn modelId="{76EE00F7-E5E6-40D5-B7A6-BE222246DC3D}" type="presParOf" srcId="{2AE7D1CA-BF4C-401E-B46B-5CCB50D55A78}" destId="{3701ECCC-854E-4735-A175-925BC3150923}" srcOrd="0" destOrd="0" presId="urn:microsoft.com/office/officeart/2018/2/layout/IconLabelList"/>
    <dgm:cxn modelId="{C186AE65-2132-4B06-A0AE-287CF92C83FA}" type="presParOf" srcId="{2AE7D1CA-BF4C-401E-B46B-5CCB50D55A78}" destId="{CA9A7846-35F7-4EF9-B26C-57FEA1191F4B}" srcOrd="1" destOrd="0" presId="urn:microsoft.com/office/officeart/2018/2/layout/IconLabelList"/>
    <dgm:cxn modelId="{B24AE19D-C18D-4A6A-9F10-E1F325249477}" type="presParOf" srcId="{2AE7D1CA-BF4C-401E-B46B-5CCB50D55A78}" destId="{2DC335C8-1998-4DAF-A982-5B1EC5737FD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527196F-6423-4413-B8C3-8FE1866E078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92F87CE-21BF-43D8-B481-64011628D50F}">
      <dgm:prSet/>
      <dgm:spPr/>
      <dgm:t>
        <a:bodyPr/>
        <a:lstStyle/>
        <a:p>
          <a:r>
            <a:rPr lang="en-US"/>
            <a:t>Intelligent Ops: Enterprise systems become adaptive engines powered by AI agents.</a:t>
          </a:r>
        </a:p>
      </dgm:t>
    </dgm:pt>
    <dgm:pt modelId="{AF76AB31-05BD-484D-98B0-3053F7C09132}" type="parTrans" cxnId="{4D5D248B-EFBF-4ED3-A7DF-06E98F2C5A15}">
      <dgm:prSet/>
      <dgm:spPr/>
      <dgm:t>
        <a:bodyPr/>
        <a:lstStyle/>
        <a:p>
          <a:endParaRPr lang="en-US"/>
        </a:p>
      </dgm:t>
    </dgm:pt>
    <dgm:pt modelId="{2085455C-9852-4429-9C80-93740A6785BB}" type="sibTrans" cxnId="{4D5D248B-EFBF-4ED3-A7DF-06E98F2C5A15}">
      <dgm:prSet/>
      <dgm:spPr/>
      <dgm:t>
        <a:bodyPr/>
        <a:lstStyle/>
        <a:p>
          <a:endParaRPr lang="en-US"/>
        </a:p>
      </dgm:t>
    </dgm:pt>
    <dgm:pt modelId="{9DCD0C8F-9040-4C3A-8177-8B059D64CDDA}">
      <dgm:prSet/>
      <dgm:spPr/>
      <dgm:t>
        <a:bodyPr/>
        <a:lstStyle/>
        <a:p>
          <a:r>
            <a:rPr lang="en-US"/>
            <a:t>Nuclear energy for computing: Resurgence to power massive AI data centers.</a:t>
          </a:r>
        </a:p>
      </dgm:t>
    </dgm:pt>
    <dgm:pt modelId="{D746EA92-32DA-43E2-9C05-A8CB7335AEA8}" type="parTrans" cxnId="{435834A7-7C25-4A0A-9C38-9E190B6082AA}">
      <dgm:prSet/>
      <dgm:spPr/>
      <dgm:t>
        <a:bodyPr/>
        <a:lstStyle/>
        <a:p>
          <a:endParaRPr lang="en-US"/>
        </a:p>
      </dgm:t>
    </dgm:pt>
    <dgm:pt modelId="{BFF9076B-C40B-4355-A872-F2D9FE5FC4B0}" type="sibTrans" cxnId="{435834A7-7C25-4A0A-9C38-9E190B6082AA}">
      <dgm:prSet/>
      <dgm:spPr/>
      <dgm:t>
        <a:bodyPr/>
        <a:lstStyle/>
        <a:p>
          <a:endParaRPr lang="en-US"/>
        </a:p>
      </dgm:t>
    </dgm:pt>
    <dgm:pt modelId="{5A5D8587-B4B8-402C-9DD6-2018FD27B961}">
      <dgm:prSet/>
      <dgm:spPr/>
      <dgm:t>
        <a:bodyPr/>
        <a:lstStyle/>
        <a:p>
          <a:r>
            <a:rPr lang="en-US"/>
            <a:t>Startup boom: AI makes building software so fast that 2026 sees a wave of new startups. Business users create AI agents without code 3aac2a9a88aa</a:t>
          </a:r>
        </a:p>
      </dgm:t>
    </dgm:pt>
    <dgm:pt modelId="{CF5A00A0-CAE4-4255-80E3-AA261C362E35}" type="parTrans" cxnId="{15922504-6AAD-4CB5-ADBA-17738FD66FC4}">
      <dgm:prSet/>
      <dgm:spPr/>
      <dgm:t>
        <a:bodyPr/>
        <a:lstStyle/>
        <a:p>
          <a:endParaRPr lang="en-US"/>
        </a:p>
      </dgm:t>
    </dgm:pt>
    <dgm:pt modelId="{B7398087-916E-4C83-8240-B718EC68994A}" type="sibTrans" cxnId="{15922504-6AAD-4CB5-ADBA-17738FD66FC4}">
      <dgm:prSet/>
      <dgm:spPr/>
      <dgm:t>
        <a:bodyPr/>
        <a:lstStyle/>
        <a:p>
          <a:endParaRPr lang="en-US"/>
        </a:p>
      </dgm:t>
    </dgm:pt>
    <dgm:pt modelId="{D1D68178-0844-48AB-B3D8-0C1923AE94BC}">
      <dgm:prSet/>
      <dgm:spPr/>
      <dgm:t>
        <a:bodyPr/>
        <a:lstStyle/>
        <a:p>
          <a:r>
            <a:rPr lang="en-US"/>
            <a:t>The big picture: Gartner says these aren’t just tech shifts, they’re "catalysts for business transformation". Pace of innovation is faster than ever — more innovations emerged in a single year than before. Organizations that act now shape their industries for decades. </a:t>
          </a:r>
        </a:p>
      </dgm:t>
    </dgm:pt>
    <dgm:pt modelId="{943D4F26-7DEB-4C7D-8AAF-A0AB8E6AF72B}" type="parTrans" cxnId="{EBD4808D-D4D6-4988-99BC-94054C44BAF2}">
      <dgm:prSet/>
      <dgm:spPr/>
      <dgm:t>
        <a:bodyPr/>
        <a:lstStyle/>
        <a:p>
          <a:endParaRPr lang="en-US"/>
        </a:p>
      </dgm:t>
    </dgm:pt>
    <dgm:pt modelId="{D2B6E696-0A3F-4DCA-82BA-6516719AC3BC}" type="sibTrans" cxnId="{EBD4808D-D4D6-4988-99BC-94054C44BAF2}">
      <dgm:prSet/>
      <dgm:spPr/>
      <dgm:t>
        <a:bodyPr/>
        <a:lstStyle/>
        <a:p>
          <a:endParaRPr lang="en-US"/>
        </a:p>
      </dgm:t>
    </dgm:pt>
    <dgm:pt modelId="{017F9DED-F0E3-4E93-8F4B-20F1BD0AA3C1}" type="pres">
      <dgm:prSet presAssocID="{7527196F-6423-4413-B8C3-8FE1866E078D}" presName="linear" presStyleCnt="0">
        <dgm:presLayoutVars>
          <dgm:animLvl val="lvl"/>
          <dgm:resizeHandles val="exact"/>
        </dgm:presLayoutVars>
      </dgm:prSet>
      <dgm:spPr/>
    </dgm:pt>
    <dgm:pt modelId="{E1EE51BD-B39F-42EA-8651-A8071A945BC7}" type="pres">
      <dgm:prSet presAssocID="{492F87CE-21BF-43D8-B481-64011628D50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CA25FA3-318C-410D-81AA-65FECC5F3B85}" type="pres">
      <dgm:prSet presAssocID="{2085455C-9852-4429-9C80-93740A6785BB}" presName="spacer" presStyleCnt="0"/>
      <dgm:spPr/>
    </dgm:pt>
    <dgm:pt modelId="{806DF833-AA60-4D95-86AD-F7DDE71DCB66}" type="pres">
      <dgm:prSet presAssocID="{9DCD0C8F-9040-4C3A-8177-8B059D64CDD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65D57CC-4EDD-466F-864C-DADD2F50BC47}" type="pres">
      <dgm:prSet presAssocID="{BFF9076B-C40B-4355-A872-F2D9FE5FC4B0}" presName="spacer" presStyleCnt="0"/>
      <dgm:spPr/>
    </dgm:pt>
    <dgm:pt modelId="{BF171526-C7C5-4F80-B7B6-BF5839B365AF}" type="pres">
      <dgm:prSet presAssocID="{5A5D8587-B4B8-402C-9DD6-2018FD27B96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75BFB94-DE29-4F86-A35D-99658EFB8DD6}" type="pres">
      <dgm:prSet presAssocID="{B7398087-916E-4C83-8240-B718EC68994A}" presName="spacer" presStyleCnt="0"/>
      <dgm:spPr/>
    </dgm:pt>
    <dgm:pt modelId="{31737BEF-F3BA-4CF7-B076-25D3EE2A2D3C}" type="pres">
      <dgm:prSet presAssocID="{D1D68178-0844-48AB-B3D8-0C1923AE94B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5922504-6AAD-4CB5-ADBA-17738FD66FC4}" srcId="{7527196F-6423-4413-B8C3-8FE1866E078D}" destId="{5A5D8587-B4B8-402C-9DD6-2018FD27B961}" srcOrd="2" destOrd="0" parTransId="{CF5A00A0-CAE4-4255-80E3-AA261C362E35}" sibTransId="{B7398087-916E-4C83-8240-B718EC68994A}"/>
    <dgm:cxn modelId="{20F04B2A-33C5-4A06-A876-977CE96CB160}" type="presOf" srcId="{D1D68178-0844-48AB-B3D8-0C1923AE94BC}" destId="{31737BEF-F3BA-4CF7-B076-25D3EE2A2D3C}" srcOrd="0" destOrd="0" presId="urn:microsoft.com/office/officeart/2005/8/layout/vList2"/>
    <dgm:cxn modelId="{5777416F-2F79-4B39-81A1-417E996AB854}" type="presOf" srcId="{5A5D8587-B4B8-402C-9DD6-2018FD27B961}" destId="{BF171526-C7C5-4F80-B7B6-BF5839B365AF}" srcOrd="0" destOrd="0" presId="urn:microsoft.com/office/officeart/2005/8/layout/vList2"/>
    <dgm:cxn modelId="{4D5D248B-EFBF-4ED3-A7DF-06E98F2C5A15}" srcId="{7527196F-6423-4413-B8C3-8FE1866E078D}" destId="{492F87CE-21BF-43D8-B481-64011628D50F}" srcOrd="0" destOrd="0" parTransId="{AF76AB31-05BD-484D-98B0-3053F7C09132}" sibTransId="{2085455C-9852-4429-9C80-93740A6785BB}"/>
    <dgm:cxn modelId="{EBD4808D-D4D6-4988-99BC-94054C44BAF2}" srcId="{7527196F-6423-4413-B8C3-8FE1866E078D}" destId="{D1D68178-0844-48AB-B3D8-0C1923AE94BC}" srcOrd="3" destOrd="0" parTransId="{943D4F26-7DEB-4C7D-8AAF-A0AB8E6AF72B}" sibTransId="{D2B6E696-0A3F-4DCA-82BA-6516719AC3BC}"/>
    <dgm:cxn modelId="{435834A7-7C25-4A0A-9C38-9E190B6082AA}" srcId="{7527196F-6423-4413-B8C3-8FE1866E078D}" destId="{9DCD0C8F-9040-4C3A-8177-8B059D64CDDA}" srcOrd="1" destOrd="0" parTransId="{D746EA92-32DA-43E2-9C05-A8CB7335AEA8}" sibTransId="{BFF9076B-C40B-4355-A872-F2D9FE5FC4B0}"/>
    <dgm:cxn modelId="{55A8E8B5-9127-42DB-AB89-C3BA5BE34793}" type="presOf" srcId="{7527196F-6423-4413-B8C3-8FE1866E078D}" destId="{017F9DED-F0E3-4E93-8F4B-20F1BD0AA3C1}" srcOrd="0" destOrd="0" presId="urn:microsoft.com/office/officeart/2005/8/layout/vList2"/>
    <dgm:cxn modelId="{B13EBBD1-A84B-4891-9790-9520489AEA6B}" type="presOf" srcId="{492F87CE-21BF-43D8-B481-64011628D50F}" destId="{E1EE51BD-B39F-42EA-8651-A8071A945BC7}" srcOrd="0" destOrd="0" presId="urn:microsoft.com/office/officeart/2005/8/layout/vList2"/>
    <dgm:cxn modelId="{3FA36DDD-1935-43A9-A5DE-8D50E4B94F5F}" type="presOf" srcId="{9DCD0C8F-9040-4C3A-8177-8B059D64CDDA}" destId="{806DF833-AA60-4D95-86AD-F7DDE71DCB66}" srcOrd="0" destOrd="0" presId="urn:microsoft.com/office/officeart/2005/8/layout/vList2"/>
    <dgm:cxn modelId="{DBA52754-4625-4681-9E63-810BBDBCCE37}" type="presParOf" srcId="{017F9DED-F0E3-4E93-8F4B-20F1BD0AA3C1}" destId="{E1EE51BD-B39F-42EA-8651-A8071A945BC7}" srcOrd="0" destOrd="0" presId="urn:microsoft.com/office/officeart/2005/8/layout/vList2"/>
    <dgm:cxn modelId="{FDE86182-0482-482F-BCA9-7799ED3E05B4}" type="presParOf" srcId="{017F9DED-F0E3-4E93-8F4B-20F1BD0AA3C1}" destId="{0CA25FA3-318C-410D-81AA-65FECC5F3B85}" srcOrd="1" destOrd="0" presId="urn:microsoft.com/office/officeart/2005/8/layout/vList2"/>
    <dgm:cxn modelId="{D3691DD5-553D-460E-883E-222477B668BC}" type="presParOf" srcId="{017F9DED-F0E3-4E93-8F4B-20F1BD0AA3C1}" destId="{806DF833-AA60-4D95-86AD-F7DDE71DCB66}" srcOrd="2" destOrd="0" presId="urn:microsoft.com/office/officeart/2005/8/layout/vList2"/>
    <dgm:cxn modelId="{2CF7B0CB-871B-4A20-98DB-FD81D570B44B}" type="presParOf" srcId="{017F9DED-F0E3-4E93-8F4B-20F1BD0AA3C1}" destId="{B65D57CC-4EDD-466F-864C-DADD2F50BC47}" srcOrd="3" destOrd="0" presId="urn:microsoft.com/office/officeart/2005/8/layout/vList2"/>
    <dgm:cxn modelId="{7E4A491B-3B64-4176-8577-E74D1B10AEF0}" type="presParOf" srcId="{017F9DED-F0E3-4E93-8F4B-20F1BD0AA3C1}" destId="{BF171526-C7C5-4F80-B7B6-BF5839B365AF}" srcOrd="4" destOrd="0" presId="urn:microsoft.com/office/officeart/2005/8/layout/vList2"/>
    <dgm:cxn modelId="{6DF79499-68A6-43BC-84A3-D8D9448C88A9}" type="presParOf" srcId="{017F9DED-F0E3-4E93-8F4B-20F1BD0AA3C1}" destId="{575BFB94-DE29-4F86-A35D-99658EFB8DD6}" srcOrd="5" destOrd="0" presId="urn:microsoft.com/office/officeart/2005/8/layout/vList2"/>
    <dgm:cxn modelId="{9E1FCB59-FEDB-48E3-A9A9-5D2E23AF19E7}" type="presParOf" srcId="{017F9DED-F0E3-4E93-8F4B-20F1BD0AA3C1}" destId="{31737BEF-F3BA-4CF7-B076-25D3EE2A2D3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BBEA96-ABF7-4076-BC0C-C85EB5375469}">
      <dsp:nvSpPr>
        <dsp:cNvPr id="0" name=""/>
        <dsp:cNvSpPr/>
      </dsp:nvSpPr>
      <dsp:spPr>
        <a:xfrm>
          <a:off x="0" y="693"/>
          <a:ext cx="5811128" cy="1621952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BCDF24-BB46-4DB4-8298-EA372068F8A2}">
      <dsp:nvSpPr>
        <dsp:cNvPr id="0" name=""/>
        <dsp:cNvSpPr/>
      </dsp:nvSpPr>
      <dsp:spPr>
        <a:xfrm>
          <a:off x="490640" y="365632"/>
          <a:ext cx="892073" cy="89207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177DD3-C08F-4549-874F-CE731D717211}">
      <dsp:nvSpPr>
        <dsp:cNvPr id="0" name=""/>
        <dsp:cNvSpPr/>
      </dsp:nvSpPr>
      <dsp:spPr>
        <a:xfrm>
          <a:off x="1873354" y="693"/>
          <a:ext cx="3937773" cy="1621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657" tIns="171657" rIns="171657" bIns="17165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Diversified cloud: Hybrid, multi-cloud, private, and sovereign clouds designed for AI workloads at scale.</a:t>
          </a:r>
        </a:p>
      </dsp:txBody>
      <dsp:txXfrm>
        <a:off x="1873354" y="693"/>
        <a:ext cx="3937773" cy="1621952"/>
      </dsp:txXfrm>
    </dsp:sp>
    <dsp:sp modelId="{E271CD0C-EA88-45E4-85A6-4C09BE10A72D}">
      <dsp:nvSpPr>
        <dsp:cNvPr id="0" name=""/>
        <dsp:cNvSpPr/>
      </dsp:nvSpPr>
      <dsp:spPr>
        <a:xfrm>
          <a:off x="0" y="2028133"/>
          <a:ext cx="5811128" cy="1621952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2D3B4-D5F0-45E9-A37A-2888EFEF114D}">
      <dsp:nvSpPr>
        <dsp:cNvPr id="0" name=""/>
        <dsp:cNvSpPr/>
      </dsp:nvSpPr>
      <dsp:spPr>
        <a:xfrm>
          <a:off x="490640" y="2393072"/>
          <a:ext cx="892073" cy="89207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749374-F9BA-40EC-A861-287DDB4FD522}">
      <dsp:nvSpPr>
        <dsp:cNvPr id="0" name=""/>
        <dsp:cNvSpPr/>
      </dsp:nvSpPr>
      <dsp:spPr>
        <a:xfrm>
          <a:off x="1873354" y="2028133"/>
          <a:ext cx="3937773" cy="1621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657" tIns="171657" rIns="171657" bIns="17165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Edge + data center boom: AI needs huge compute, more data moving, stricter latency. Infrastructure now stretches from central cloud to factories and field sites.</a:t>
          </a:r>
        </a:p>
      </dsp:txBody>
      <dsp:txXfrm>
        <a:off x="1873354" y="2028133"/>
        <a:ext cx="3937773" cy="1621952"/>
      </dsp:txXfrm>
    </dsp:sp>
    <dsp:sp modelId="{76998907-5390-40BB-80F6-E8712B197EE5}">
      <dsp:nvSpPr>
        <dsp:cNvPr id="0" name=""/>
        <dsp:cNvSpPr/>
      </dsp:nvSpPr>
      <dsp:spPr>
        <a:xfrm>
          <a:off x="0" y="4055573"/>
          <a:ext cx="5811128" cy="1621952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29C312-588A-4A72-B915-86F1E2518D32}">
      <dsp:nvSpPr>
        <dsp:cNvPr id="0" name=""/>
        <dsp:cNvSpPr/>
      </dsp:nvSpPr>
      <dsp:spPr>
        <a:xfrm>
          <a:off x="490640" y="4420512"/>
          <a:ext cx="892073" cy="89207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BD007-73F9-44F5-8D06-118CF2AA59A4}">
      <dsp:nvSpPr>
        <dsp:cNvPr id="0" name=""/>
        <dsp:cNvSpPr/>
      </dsp:nvSpPr>
      <dsp:spPr>
        <a:xfrm>
          <a:off x="1873354" y="4055573"/>
          <a:ext cx="3937773" cy="1621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657" tIns="171657" rIns="171657" bIns="17165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Resilience focus: In a world where AWS, Azure can go down, automation and observability become as critical as cybersecurity de357399</a:t>
          </a:r>
        </a:p>
      </dsp:txBody>
      <dsp:txXfrm>
        <a:off x="1873354" y="4055573"/>
        <a:ext cx="3937773" cy="16219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A2B320-5585-4DD8-9501-513CC32816AF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A3E3B7-46BD-41B3-97F6-10E02698A731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Error-corrected quantum: 2026 is when customers get "Level-2" quantum computers that detect/correct errors. Not full-scale yet, but usable for chemistry</a:t>
          </a:r>
          <a:endParaRPr lang="en-US" sz="2400" kern="1200"/>
        </a:p>
      </dsp:txBody>
      <dsp:txXfrm>
        <a:off x="696297" y="538547"/>
        <a:ext cx="4171627" cy="2590157"/>
      </dsp:txXfrm>
    </dsp:sp>
    <dsp:sp modelId="{DB3B153C-1339-4DDC-A083-6BB5227474B5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2C5EF6-1D53-4EF9-83D4-FA2B6AFBFECE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Neuromorphic &amp; alternative computing: Brain-inspired chips part of AI supercomputing platforms fd50</a:t>
          </a:r>
          <a:endParaRPr lang="en-US" sz="2400" kern="1200"/>
        </a:p>
      </dsp:txBody>
      <dsp:txXfrm>
        <a:off x="5991936" y="538547"/>
        <a:ext cx="4171627" cy="25901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8EF5C5-5776-4264-AA6B-14FF02ACDEB7}">
      <dsp:nvSpPr>
        <dsp:cNvPr id="0" name=""/>
        <dsp:cNvSpPr/>
      </dsp:nvSpPr>
      <dsp:spPr>
        <a:xfrm>
          <a:off x="1679220" y="37850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7ADCD-E30D-4F70-A3F2-46EAEE69D4BF}">
      <dsp:nvSpPr>
        <dsp:cNvPr id="0" name=""/>
        <dsp:cNvSpPr/>
      </dsp:nvSpPr>
      <dsp:spPr>
        <a:xfrm>
          <a:off x="491220" y="245205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Gaze and select: Cars controlled by eye movements. Scanners track eyes to change climate, music, displays no dashboard- </a:t>
          </a:r>
        </a:p>
      </dsp:txBody>
      <dsp:txXfrm>
        <a:off x="491220" y="2452051"/>
        <a:ext cx="4320000" cy="720000"/>
      </dsp:txXfrm>
    </dsp:sp>
    <dsp:sp modelId="{3701ECCC-854E-4735-A175-925BC3150923}">
      <dsp:nvSpPr>
        <dsp:cNvPr id="0" name=""/>
        <dsp:cNvSpPr/>
      </dsp:nvSpPr>
      <dsp:spPr>
        <a:xfrm>
          <a:off x="6755220" y="37850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C335C8-1998-4DAF-A982-5B1EC5737FD3}">
      <dsp:nvSpPr>
        <dsp:cNvPr id="0" name=""/>
        <dsp:cNvSpPr/>
      </dsp:nvSpPr>
      <dsp:spPr>
        <a:xfrm>
          <a:off x="5567220" y="245205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Intent-driven interfaces: You specify outcomes, AI figures out the steps 3af4de35</a:t>
          </a:r>
        </a:p>
      </dsp:txBody>
      <dsp:txXfrm>
        <a:off x="5567220" y="2452051"/>
        <a:ext cx="432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EE51BD-B39F-42EA-8651-A8071A945BC7}">
      <dsp:nvSpPr>
        <dsp:cNvPr id="0" name=""/>
        <dsp:cNvSpPr/>
      </dsp:nvSpPr>
      <dsp:spPr>
        <a:xfrm>
          <a:off x="0" y="216606"/>
          <a:ext cx="6666833" cy="121845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Intelligent Ops: Enterprise systems become adaptive engines powered by AI agents.</a:t>
          </a:r>
        </a:p>
      </dsp:txBody>
      <dsp:txXfrm>
        <a:off x="59480" y="276086"/>
        <a:ext cx="6547873" cy="1099496"/>
      </dsp:txXfrm>
    </dsp:sp>
    <dsp:sp modelId="{806DF833-AA60-4D95-86AD-F7DDE71DCB66}">
      <dsp:nvSpPr>
        <dsp:cNvPr id="0" name=""/>
        <dsp:cNvSpPr/>
      </dsp:nvSpPr>
      <dsp:spPr>
        <a:xfrm>
          <a:off x="0" y="1484023"/>
          <a:ext cx="6666833" cy="1218456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Nuclear energy for computing: Resurgence to power massive AI data centers.</a:t>
          </a:r>
        </a:p>
      </dsp:txBody>
      <dsp:txXfrm>
        <a:off x="59480" y="1543503"/>
        <a:ext cx="6547873" cy="1099496"/>
      </dsp:txXfrm>
    </dsp:sp>
    <dsp:sp modelId="{BF171526-C7C5-4F80-B7B6-BF5839B365AF}">
      <dsp:nvSpPr>
        <dsp:cNvPr id="0" name=""/>
        <dsp:cNvSpPr/>
      </dsp:nvSpPr>
      <dsp:spPr>
        <a:xfrm>
          <a:off x="0" y="2751440"/>
          <a:ext cx="6666833" cy="1218456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Startup boom: AI makes building software so fast that 2026 sees a wave of new startups. Business users create AI agents without code 3aac2a9a88aa</a:t>
          </a:r>
        </a:p>
      </dsp:txBody>
      <dsp:txXfrm>
        <a:off x="59480" y="2810920"/>
        <a:ext cx="6547873" cy="1099496"/>
      </dsp:txXfrm>
    </dsp:sp>
    <dsp:sp modelId="{31737BEF-F3BA-4CF7-B076-25D3EE2A2D3C}">
      <dsp:nvSpPr>
        <dsp:cNvPr id="0" name=""/>
        <dsp:cNvSpPr/>
      </dsp:nvSpPr>
      <dsp:spPr>
        <a:xfrm>
          <a:off x="0" y="4018856"/>
          <a:ext cx="6666833" cy="1218456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big picture: Gartner says these aren’t just tech shifts, they’re "catalysts for business transformation". Pace of innovation is faster than ever — more innovations emerged in a single year than before. Organizations that act now shape their industries for decades. </a:t>
          </a:r>
        </a:p>
      </dsp:txBody>
      <dsp:txXfrm>
        <a:off x="59480" y="4078336"/>
        <a:ext cx="6547873" cy="10994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26C3C-F4B7-D077-41C4-4B3E3D103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4E6AAF-2A14-E99D-4D90-3E3E63CDB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766FF-A24A-3227-E16F-270CA2EAB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C853D-80DD-67D4-4493-8028A8011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05E22-1CC9-3E27-694C-729507F3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258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CAB5-A1DE-6997-061F-236E17BBE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1BA66-C21F-91AC-17BE-C35466642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D5EB5-5D21-AACF-553E-AA3E39A70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F2ACA-6706-8D93-1102-8133A9B2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94F04-FD3B-79CA-51AC-D8B79DC9D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24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59A88-5D9D-D738-0CB2-D09075F76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7EBEE-B067-A5DD-530D-7900DBC5B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615E1-1902-0D05-CF98-570766007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34C2B-D682-3B92-06FE-6ADB7E545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A2FC5-5E54-A742-BB8D-26F7D5E64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452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B9E3C-C607-F806-DAF3-61632A525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681AB-A500-7822-B761-3265C65466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DF185-74FC-38EF-A06E-4F5F16596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BEC2A-2FCA-4BFE-3964-F9630A5C1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923F9-7BE1-2A66-8A3F-349096C8B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2ECE1-1F59-FD05-73B5-B15310CFF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410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1BBF-2A9C-AA15-93E1-D7C93B8E0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7A615-F3AE-44CA-43A0-133112564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6735E-956D-1BF2-EB29-2C53BC930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B91AC8-37D1-557B-9322-4598560B77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4BB43-DBCC-4135-905A-36210B5AF0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F9FA63-47CD-C972-3755-725E932DF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A5AB6-D9DD-4CBB-0AF6-16734C8A6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A11F94-AF7B-2238-456E-C6E2C71A2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512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7ECE2-DFF0-CAAA-1FDB-8D2C22010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7C1483-0156-C274-0BB4-127D34FD7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3EB9FF-C9BB-B7C2-10A4-6EA7545AD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D22A42-D5D4-3ABA-F917-22A0866D9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619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0A30D-B0B9-2331-846E-690DCC69C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186622-397D-95B5-B076-BBA219089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A3DF0-3BED-79CF-3BB1-66CA7F4C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218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48C59-B9F4-3F18-F458-6766B1240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499F9-9AE3-41D9-D7F8-BABEB64CD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88661-A170-62BC-9079-A55A21F00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958A1-7114-EEB0-3990-A1620EABC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35F73-161D-6CD3-8E31-01F1782DB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DEDCF-3B46-375E-72A9-51801ECB7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60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65AF-3F20-53AF-A950-1B18D767E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EB4D63-1481-D189-B5A7-FC85B46C46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279E81-919E-148D-5069-974CEBD3D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D6BBDA-F220-038C-D91C-02CF6BCFF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C2D22-0111-7291-7DF8-89D36BD21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C3D10-4B08-C196-3BA3-311A74C32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451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2D85E-FA2D-2AD1-29C0-27D16EA66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68548C-FBC5-5842-7846-08905642D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A4708-0CED-A6C3-3E81-36DBA522B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AB03D-A046-B272-F16D-D21BD160D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4D0BF-BE5E-7963-9E89-A01339D30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783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02B143-9146-EFF4-73FF-F41BE0D13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957BA-74E6-8EA9-8305-17718A06E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27A35-51ED-99AA-573B-097F9D2D0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1DE01-BA9A-32BE-9564-97EBA6196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34582-879A-777A-C5F4-D0C20EAC7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345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3600CB-EE6D-7393-8BF2-21F54BADB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D0D73-9B5A-95BA-78CB-AE5684945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84C01-81C0-5EBD-AC7E-300BDCFBE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9F887-02F6-94E6-A26E-2F7DCC6ED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23314-E87D-AF29-FDEA-722849F60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636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B7105A-A8A8-D41D-3828-DE10153E5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4815" y="798703"/>
            <a:ext cx="5221185" cy="3072015"/>
          </a:xfrm>
        </p:spPr>
        <p:txBody>
          <a:bodyPr anchor="b">
            <a:normAutofit/>
          </a:bodyPr>
          <a:lstStyle/>
          <a:p>
            <a:r>
              <a:rPr lang="en-US" sz="5100" b="1"/>
              <a:t>Future Technology: What’s defining 2026-2027</a:t>
            </a:r>
            <a:endParaRPr lang="en-IN" sz="51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CF07A9-D2C4-ADEE-7B4F-A76321ABB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0148" y="3962792"/>
            <a:ext cx="5221185" cy="2102108"/>
          </a:xfrm>
        </p:spPr>
        <p:txBody>
          <a:bodyPr anchor="t">
            <a:normAutofit/>
          </a:bodyPr>
          <a:lstStyle/>
          <a:p>
            <a:pPr algn="l"/>
            <a:r>
              <a:rPr lang="en-IN" dirty="0"/>
              <a:t>Presented By</a:t>
            </a:r>
          </a:p>
          <a:p>
            <a:r>
              <a:rPr lang="en-IN" b="1" dirty="0"/>
              <a:t>N. MANOJKUMAR</a:t>
            </a:r>
          </a:p>
          <a:p>
            <a:r>
              <a:rPr lang="en-IN" b="1" dirty="0"/>
              <a:t>G. NARASIMHULU</a:t>
            </a:r>
          </a:p>
          <a:p>
            <a:r>
              <a:rPr lang="en-IN" b="1" dirty="0"/>
              <a:t>G. T. KISHOR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988D1D9C-6794-09E7-E0D7-50FAB32858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93046" y="1209578"/>
            <a:ext cx="4055897" cy="4055897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243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8159CD-2F1B-0E44-FA56-53BFA007F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1. AI Becomes the Backbone, Not a Side Project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081F6-0A53-47AD-7E33-885A0CFFD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N" sz="2200" dirty="0"/>
              <a:t>AI Supercomputing Platforms: Systems combining CPUs, GPUs, AI ASICs, and neuromorphic chips to run massive workloads. By 2028, 40%+ of leading enterprises will use hybrid computing architectures.</a:t>
            </a:r>
          </a:p>
          <a:p>
            <a:r>
              <a:rPr lang="en-IN" sz="2200" dirty="0"/>
              <a:t> AI-Native Development: Developers express intent and AI writes/maintains the code. Tools like </a:t>
            </a:r>
            <a:r>
              <a:rPr lang="en-IN" sz="2200" dirty="0" err="1"/>
              <a:t>Replit</a:t>
            </a:r>
            <a:r>
              <a:rPr lang="en-IN" sz="2200" dirty="0"/>
              <a:t>, Cursor let non-engineers build products.</a:t>
            </a:r>
          </a:p>
          <a:p>
            <a:r>
              <a:rPr lang="en-IN" sz="2200" dirty="0"/>
              <a:t>Multiagent Systems &amp; Physical AI: AI agents that work together, plus AI moving into robots and real-world systems. Enterprises get "all-you-can-eat agentic AI pricing“.</a:t>
            </a:r>
          </a:p>
          <a:p>
            <a:r>
              <a:rPr lang="en-IN" sz="2200" dirty="0"/>
              <a:t> Domain-Specific Language Models: Custom AI models trained for medicine, law, engineering vs generic ChatGPT-style models fd50de3588aaa21bbd48</a:t>
            </a:r>
          </a:p>
        </p:txBody>
      </p:sp>
    </p:spTree>
    <p:extLst>
      <p:ext uri="{BB962C8B-B14F-4D97-AF65-F5344CB8AC3E}">
        <p14:creationId xmlns:p14="http://schemas.microsoft.com/office/powerpoint/2010/main" val="1839163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FB323-E6A7-E512-4EE3-AC648A29F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IN" sz="4200">
                <a:solidFill>
                  <a:srgbClr val="FFFFFF"/>
                </a:solidFill>
              </a:rPr>
              <a:t>2. Cloud 3.0 &amp; AI-Ready Infrastructure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7D85FE-59CC-6C49-3695-D1519F3CE3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0328916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9134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DA28E9-674C-1F27-BF68-DD39F6CD5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3. Trust, Security &amp; Sovereignty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AC369-E68C-FEA1-60B4-283DD479C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Preemptive Cybersecurity &amp; Confidential Computing: Stop attacks before they happen; compute on encrypted data.</a:t>
            </a:r>
          </a:p>
          <a:p>
            <a:r>
              <a:rPr lang="en-US" sz="2000" dirty="0"/>
              <a:t>Digital Provenance: Verify if content/data is real or AI-generated.</a:t>
            </a:r>
          </a:p>
          <a:p>
            <a:r>
              <a:rPr lang="en-US" sz="2000" dirty="0"/>
              <a:t>Tech Sovereignty Paradox: Countries want control but full autonomy is unrealistic. Trend is toward interdependent ecosystems: sovereign clouds, regional AI models, diversified suppliers.</a:t>
            </a:r>
          </a:p>
          <a:p>
            <a:r>
              <a:rPr lang="en-US" sz="2000" dirty="0" err="1"/>
              <a:t>Geopatriation</a:t>
            </a:r>
            <a:r>
              <a:rPr lang="en-US" sz="2000" dirty="0"/>
              <a:t>: Managing where data/models physically live due to regulations bd48de35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1132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03DADF-8DFA-FE08-8C74-299F520B0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IN" sz="4800"/>
              <a:t>4. Quantum + Next-Gen Computing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11750D-5D61-8C46-8D4F-5B9EA24FDC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2445947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3382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760A1F-D275-580A-34E0-7765BFAB5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5. Human-Computer Interaction Evolving</a:t>
            </a:r>
            <a:endParaRPr lang="en-IN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856A18-42E5-31B7-E9F6-A1B9DA522F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0731464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4223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87891-746B-C31B-F6A7-A3923F7AA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6. Other Major Shifts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C8B83C-EE55-3CC7-2427-0A7909C4AB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967562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5192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487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Future Technology: What’s defining 2026-2027</vt:lpstr>
      <vt:lpstr>1. AI Becomes the Backbone, Not a Side Project</vt:lpstr>
      <vt:lpstr>2. Cloud 3.0 &amp; AI-Ready Infrastructure</vt:lpstr>
      <vt:lpstr>3. Trust, Security &amp; Sovereignty</vt:lpstr>
      <vt:lpstr>4. Quantum + Next-Gen Computing</vt:lpstr>
      <vt:lpstr>5. Human-Computer Interaction Evolving</vt:lpstr>
      <vt:lpstr>6. Other Major Shifts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MOUNICK KUMAR</dc:creator>
  <cp:lastModifiedBy>Kumar Amudala, Mounick (Contractor)</cp:lastModifiedBy>
  <cp:revision>2</cp:revision>
  <dcterms:created xsi:type="dcterms:W3CDTF">2026-04-19T16:41:09Z</dcterms:created>
  <dcterms:modified xsi:type="dcterms:W3CDTF">2026-04-19T17:03:18Z</dcterms:modified>
</cp:coreProperties>
</file>